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60" r:id="rId1"/>
  </p:sldMasterIdLst>
  <p:handoutMasterIdLst>
    <p:handoutMasterId r:id="rId3"/>
  </p:handoutMasterIdLst>
  <p:sldIdLst>
    <p:sldId id="257" r:id="rId2"/>
  </p:sldIdLst>
  <p:sldSz cx="21945600" cy="32918400"/>
  <p:notesSz cx="6858000" cy="9144000"/>
  <p:embeddedFontLst>
    <p:embeddedFont>
      <p:font typeface="Encode Sans Normal Black" panose="02000000000000000000" pitchFamily="2" charset="0"/>
      <p:bold r:id="rId4"/>
    </p:embeddedFont>
    <p:embeddedFont>
      <p:font typeface="Open Sans" panose="020B0606030504020204" pitchFamily="34" charset="0"/>
      <p:regular r:id="rId5"/>
      <p:bold r:id="rId6"/>
      <p:italic r:id="rId7"/>
      <p:boldItalic r:id="rId8"/>
    </p:embeddedFont>
    <p:embeddedFont>
      <p:font typeface="Uni Sans Book" panose="00000500000000000000" pitchFamily="50" charset="0"/>
      <p:regular r:id="rId9"/>
    </p:embeddedFont>
    <p:embeddedFont>
      <p:font typeface="Uni Sans Regular" panose="00000500000000000000" pitchFamily="50" charset="0"/>
      <p:regular r:id="rId10"/>
    </p:embeddedFont>
  </p:embeddedFontLst>
  <p:defaultTextStyle>
    <a:defPPr>
      <a:defRPr lang="en-US"/>
    </a:defPPr>
    <a:lvl1pPr marL="0" algn="l" defTabSz="2633472" rtl="0" eaLnBrk="1" latinLnBrk="0" hangingPunct="1">
      <a:defRPr sz="5184" kern="1200">
        <a:solidFill>
          <a:schemeClr val="tx1"/>
        </a:solidFill>
        <a:latin typeface="+mn-lt"/>
        <a:ea typeface="+mn-ea"/>
        <a:cs typeface="+mn-cs"/>
      </a:defRPr>
    </a:lvl1pPr>
    <a:lvl2pPr marL="1316736" algn="l" defTabSz="2633472" rtl="0" eaLnBrk="1" latinLnBrk="0" hangingPunct="1">
      <a:defRPr sz="5184" kern="1200">
        <a:solidFill>
          <a:schemeClr val="tx1"/>
        </a:solidFill>
        <a:latin typeface="+mn-lt"/>
        <a:ea typeface="+mn-ea"/>
        <a:cs typeface="+mn-cs"/>
      </a:defRPr>
    </a:lvl2pPr>
    <a:lvl3pPr marL="2633472" algn="l" defTabSz="2633472" rtl="0" eaLnBrk="1" latinLnBrk="0" hangingPunct="1">
      <a:defRPr sz="5184" kern="1200">
        <a:solidFill>
          <a:schemeClr val="tx1"/>
        </a:solidFill>
        <a:latin typeface="+mn-lt"/>
        <a:ea typeface="+mn-ea"/>
        <a:cs typeface="+mn-cs"/>
      </a:defRPr>
    </a:lvl3pPr>
    <a:lvl4pPr marL="3950208" algn="l" defTabSz="2633472" rtl="0" eaLnBrk="1" latinLnBrk="0" hangingPunct="1">
      <a:defRPr sz="5184" kern="1200">
        <a:solidFill>
          <a:schemeClr val="tx1"/>
        </a:solidFill>
        <a:latin typeface="+mn-lt"/>
        <a:ea typeface="+mn-ea"/>
        <a:cs typeface="+mn-cs"/>
      </a:defRPr>
    </a:lvl4pPr>
    <a:lvl5pPr marL="5266944" algn="l" defTabSz="2633472" rtl="0" eaLnBrk="1" latinLnBrk="0" hangingPunct="1">
      <a:defRPr sz="5184" kern="1200">
        <a:solidFill>
          <a:schemeClr val="tx1"/>
        </a:solidFill>
        <a:latin typeface="+mn-lt"/>
        <a:ea typeface="+mn-ea"/>
        <a:cs typeface="+mn-cs"/>
      </a:defRPr>
    </a:lvl5pPr>
    <a:lvl6pPr marL="6583680" algn="l" defTabSz="2633472" rtl="0" eaLnBrk="1" latinLnBrk="0" hangingPunct="1">
      <a:defRPr sz="5184" kern="1200">
        <a:solidFill>
          <a:schemeClr val="tx1"/>
        </a:solidFill>
        <a:latin typeface="+mn-lt"/>
        <a:ea typeface="+mn-ea"/>
        <a:cs typeface="+mn-cs"/>
      </a:defRPr>
    </a:lvl6pPr>
    <a:lvl7pPr marL="7900416" algn="l" defTabSz="2633472" rtl="0" eaLnBrk="1" latinLnBrk="0" hangingPunct="1">
      <a:defRPr sz="5184" kern="1200">
        <a:solidFill>
          <a:schemeClr val="tx1"/>
        </a:solidFill>
        <a:latin typeface="+mn-lt"/>
        <a:ea typeface="+mn-ea"/>
        <a:cs typeface="+mn-cs"/>
      </a:defRPr>
    </a:lvl7pPr>
    <a:lvl8pPr marL="9217152" algn="l" defTabSz="2633472" rtl="0" eaLnBrk="1" latinLnBrk="0" hangingPunct="1">
      <a:defRPr sz="5184" kern="1200">
        <a:solidFill>
          <a:schemeClr val="tx1"/>
        </a:solidFill>
        <a:latin typeface="+mn-lt"/>
        <a:ea typeface="+mn-ea"/>
        <a:cs typeface="+mn-cs"/>
      </a:defRPr>
    </a:lvl8pPr>
    <a:lvl9pPr marL="10533888" algn="l" defTabSz="2633472" rtl="0" eaLnBrk="1" latinLnBrk="0" hangingPunct="1">
      <a:defRPr sz="5184"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864" userDrawn="1">
          <p15:clr>
            <a:srgbClr val="A4A3A4"/>
          </p15:clr>
        </p15:guide>
        <p15:guide id="4" orient="horz" pos="19872" userDrawn="1">
          <p15:clr>
            <a:srgbClr val="A4A3A4"/>
          </p15:clr>
        </p15:guide>
        <p15:guide id="5" pos="6912">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493" autoAdjust="0"/>
    <p:restoredTop sz="94684" autoAdjust="0"/>
  </p:normalViewPr>
  <p:slideViewPr>
    <p:cSldViewPr snapToGrid="0" snapToObjects="1" showGuides="1">
      <p:cViewPr>
        <p:scale>
          <a:sx n="80" d="100"/>
          <a:sy n="80" d="100"/>
        </p:scale>
        <p:origin x="-3855" y="-11946"/>
      </p:cViewPr>
      <p:guideLst>
        <p:guide orient="horz" pos="864"/>
        <p:guide orient="horz" pos="19872"/>
        <p:guide pos="6912"/>
      </p:guideLst>
    </p:cSldViewPr>
  </p:slideViewPr>
  <p:outlineViewPr>
    <p:cViewPr>
      <p:scale>
        <a:sx n="33" d="100"/>
        <a:sy n="33" d="100"/>
      </p:scale>
      <p:origin x="0" y="0"/>
    </p:cViewPr>
  </p:outlineViewPr>
  <p:notesTextViewPr>
    <p:cViewPr>
      <p:scale>
        <a:sx n="1" d="1"/>
        <a:sy n="1" d="1"/>
      </p:scale>
      <p:origin x="0" y="0"/>
    </p:cViewPr>
  </p:notesTextViewPr>
  <p:notesViewPr>
    <p:cSldViewPr snapToGrid="0" snapToObjects="1" showGuides="1">
      <p:cViewPr varScale="1">
        <p:scale>
          <a:sx n="84" d="100"/>
          <a:sy n="84" d="100"/>
        </p:scale>
        <p:origin x="2976" y="10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5.fntdata"/><Relationship Id="rId13" Type="http://schemas.openxmlformats.org/officeDocument/2006/relationships/theme" Target="theme/theme1.xml"/><Relationship Id="rId3" Type="http://schemas.openxmlformats.org/officeDocument/2006/relationships/handoutMaster" Target="handoutMasters/handoutMaster1.xml"/><Relationship Id="rId7" Type="http://schemas.openxmlformats.org/officeDocument/2006/relationships/font" Target="fonts/font4.fntdata"/><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3.fntdata"/><Relationship Id="rId11" Type="http://schemas.openxmlformats.org/officeDocument/2006/relationships/presProps" Target="presProps.xml"/><Relationship Id="rId5" Type="http://schemas.openxmlformats.org/officeDocument/2006/relationships/font" Target="fonts/font2.fntdata"/><Relationship Id="rId10" Type="http://schemas.openxmlformats.org/officeDocument/2006/relationships/font" Target="fonts/font7.fntdata"/><Relationship Id="rId4" Type="http://schemas.openxmlformats.org/officeDocument/2006/relationships/font" Target="fonts/font1.fntdata"/><Relationship Id="rId9" Type="http://schemas.openxmlformats.org/officeDocument/2006/relationships/font" Target="fonts/font6.fntdata"/><Relationship Id="rId1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7061D43-69EA-485A-B31D-06F488B0003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A022262A-DD58-D216-4E05-6B7D2CEE230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2C526E5-6ED1-40E7-8DB0-EC2A4532908B}" type="datetimeFigureOut">
              <a:rPr lang="en-US" smtClean="0"/>
              <a:t>8/19/2026</a:t>
            </a:fld>
            <a:endParaRPr lang="en-US"/>
          </a:p>
        </p:txBody>
      </p:sp>
      <p:sp>
        <p:nvSpPr>
          <p:cNvPr id="4" name="Footer Placeholder 3">
            <a:extLst>
              <a:ext uri="{FF2B5EF4-FFF2-40B4-BE49-F238E27FC236}">
                <a16:creationId xmlns:a16="http://schemas.microsoft.com/office/drawing/2014/main" id="{95898623-D829-FCE0-AD10-5B31A656C43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168DA44E-BAC8-4388-FF0D-5D5BE9FE9D5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AF035F1-8563-4812-8253-F0BF4F751523}" type="slidenum">
              <a:rPr lang="en-US" smtClean="0"/>
              <a:t>‹#›</a:t>
            </a:fld>
            <a:endParaRPr lang="en-US"/>
          </a:p>
        </p:txBody>
      </p:sp>
    </p:spTree>
    <p:extLst>
      <p:ext uri="{BB962C8B-B14F-4D97-AF65-F5344CB8AC3E}">
        <p14:creationId xmlns:p14="http://schemas.microsoft.com/office/powerpoint/2010/main" val="1995883269"/>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First Pag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742FB64-E6C6-7E42-3192-F4C44286ED6F}"/>
              </a:ext>
              <a:ext uri="{C183D7F6-B498-43B3-948B-1728B52AA6E4}">
                <adec:decorative xmlns:adec="http://schemas.microsoft.com/office/drawing/2017/decorative" val="1"/>
              </a:ext>
            </a:extLst>
          </p:cNvPr>
          <p:cNvSpPr/>
          <p:nvPr userDrawn="1"/>
        </p:nvSpPr>
        <p:spPr>
          <a:xfrm>
            <a:off x="0" y="0"/>
            <a:ext cx="21945600" cy="77724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a:extLst>
              <a:ext uri="{FF2B5EF4-FFF2-40B4-BE49-F238E27FC236}">
                <a16:creationId xmlns:a16="http://schemas.microsoft.com/office/drawing/2014/main" id="{A2CBE257-521A-26EC-195F-E9AA9E971525}"/>
              </a:ext>
              <a:ext uri="{C183D7F6-B498-43B3-948B-1728B52AA6E4}">
                <adec:decorative xmlns:adec="http://schemas.microsoft.com/office/drawing/2017/decorative" val="1"/>
              </a:ext>
            </a:extLst>
          </p:cNvPr>
          <p:cNvCxnSpPr/>
          <p:nvPr userDrawn="1"/>
        </p:nvCxnSpPr>
        <p:spPr>
          <a:xfrm>
            <a:off x="7608277" y="14395938"/>
            <a:ext cx="0" cy="1715086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012F8DD-C637-AC85-8962-75BB2A75BD4F}"/>
              </a:ext>
              <a:ext uri="{C183D7F6-B498-43B3-948B-1728B52AA6E4}">
                <adec:decorative xmlns:adec="http://schemas.microsoft.com/office/drawing/2017/decorative" val="1"/>
              </a:ext>
            </a:extLst>
          </p:cNvPr>
          <p:cNvCxnSpPr/>
          <p:nvPr userDrawn="1"/>
        </p:nvCxnSpPr>
        <p:spPr>
          <a:xfrm>
            <a:off x="14342876" y="14372492"/>
            <a:ext cx="0" cy="17174308"/>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964E4A0-FA72-6823-8071-B7819EC7F645}"/>
              </a:ext>
              <a:ext uri="{C183D7F6-B498-43B3-948B-1728B52AA6E4}">
                <adec:decorative xmlns:adec="http://schemas.microsoft.com/office/drawing/2017/decorative" val="1"/>
              </a:ext>
            </a:extLst>
          </p:cNvPr>
          <p:cNvCxnSpPr/>
          <p:nvPr userDrawn="1"/>
        </p:nvCxnSpPr>
        <p:spPr>
          <a:xfrm>
            <a:off x="1371600" y="13856677"/>
            <a:ext cx="192024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13" name="Picture 12" descr="White University of Washington wordmark">
            <a:extLst>
              <a:ext uri="{FF2B5EF4-FFF2-40B4-BE49-F238E27FC236}">
                <a16:creationId xmlns:a16="http://schemas.microsoft.com/office/drawing/2014/main" id="{06BF856D-318F-5648-4D5F-55F36A7B7BF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404328" y="1382304"/>
            <a:ext cx="5720372" cy="377450"/>
          </a:xfrm>
          <a:prstGeom prst="rect">
            <a:avLst/>
          </a:prstGeom>
        </p:spPr>
      </p:pic>
      <p:pic>
        <p:nvPicPr>
          <p:cNvPr id="8" name="Picture 7">
            <a:extLst>
              <a:ext uri="{FF2B5EF4-FFF2-40B4-BE49-F238E27FC236}">
                <a16:creationId xmlns:a16="http://schemas.microsoft.com/office/drawing/2014/main" id="{C7D3E322-5717-F221-A293-7F2AC838DB6F}"/>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9156680" y="1039307"/>
            <a:ext cx="2788920" cy="1877568"/>
          </a:xfrm>
          <a:prstGeom prst="rect">
            <a:avLst/>
          </a:prstGeom>
        </p:spPr>
      </p:pic>
      <p:sp>
        <p:nvSpPr>
          <p:cNvPr id="2" name="Title"/>
          <p:cNvSpPr>
            <a:spLocks noGrp="1"/>
          </p:cNvSpPr>
          <p:nvPr>
            <p:ph type="ctrTitle" hasCustomPrompt="1"/>
          </p:nvPr>
        </p:nvSpPr>
        <p:spPr>
          <a:xfrm>
            <a:off x="1371600" y="2137204"/>
            <a:ext cx="16957964" cy="2926880"/>
          </a:xfrm>
          <a:prstGeom prst="rect">
            <a:avLst/>
          </a:prstGeom>
        </p:spPr>
        <p:txBody>
          <a:bodyPr lIns="0" rIns="0" anchor="b"/>
          <a:lstStyle>
            <a:lvl1pPr algn="l">
              <a:defRPr sz="11500">
                <a:solidFill>
                  <a:schemeClr val="bg2"/>
                </a:solidFill>
              </a:defRPr>
            </a:lvl1pPr>
          </a:lstStyle>
          <a:p>
            <a:r>
              <a:rPr lang="en-US" dirty="0"/>
              <a:t>HEADER</a:t>
            </a:r>
          </a:p>
        </p:txBody>
      </p:sp>
      <p:pic>
        <p:nvPicPr>
          <p:cNvPr id="9" name="Picture 8">
            <a:extLst>
              <a:ext uri="{FF2B5EF4-FFF2-40B4-BE49-F238E27FC236}">
                <a16:creationId xmlns:a16="http://schemas.microsoft.com/office/drawing/2014/main" id="{CF72B54C-8107-8BC2-0756-50E483CE2045}"/>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371600" y="4851910"/>
            <a:ext cx="3877056" cy="950976"/>
          </a:xfrm>
          <a:prstGeom prst="rect">
            <a:avLst/>
          </a:prstGeom>
        </p:spPr>
      </p:pic>
      <p:sp>
        <p:nvSpPr>
          <p:cNvPr id="6" name="Text Placeholder 5">
            <a:extLst>
              <a:ext uri="{FF2B5EF4-FFF2-40B4-BE49-F238E27FC236}">
                <a16:creationId xmlns:a16="http://schemas.microsoft.com/office/drawing/2014/main" id="{D01EE617-D376-BF7B-7ECC-3D715A8C22EC}"/>
              </a:ext>
            </a:extLst>
          </p:cNvPr>
          <p:cNvSpPr>
            <a:spLocks noGrp="1"/>
          </p:cNvSpPr>
          <p:nvPr>
            <p:ph type="body" sz="quarter" idx="47" hasCustomPrompt="1"/>
          </p:nvPr>
        </p:nvSpPr>
        <p:spPr>
          <a:xfrm>
            <a:off x="1404939" y="6318250"/>
            <a:ext cx="19169062" cy="844550"/>
          </a:xfrm>
        </p:spPr>
        <p:txBody>
          <a:bodyPr/>
          <a:lstStyle>
            <a:lvl1pPr marL="0" indent="0">
              <a:buNone/>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dirty="0"/>
              <a:t>First Name Last Name, First Name Last Name, First Name Last Name, First Name Last Name</a:t>
            </a:r>
          </a:p>
        </p:txBody>
      </p:sp>
      <p:sp>
        <p:nvSpPr>
          <p:cNvPr id="4" name="Text Placeholder 3">
            <a:extLst>
              <a:ext uri="{FF2B5EF4-FFF2-40B4-BE49-F238E27FC236}">
                <a16:creationId xmlns:a16="http://schemas.microsoft.com/office/drawing/2014/main" id="{6439FC49-2EC2-3957-B5AE-5755106E19B6}"/>
              </a:ext>
            </a:extLst>
          </p:cNvPr>
          <p:cNvSpPr>
            <a:spLocks noGrp="1"/>
          </p:cNvSpPr>
          <p:nvPr>
            <p:ph type="body" sz="quarter" idx="45" hasCustomPrompt="1"/>
          </p:nvPr>
        </p:nvSpPr>
        <p:spPr>
          <a:xfrm>
            <a:off x="1404938" y="8460178"/>
            <a:ext cx="9072562" cy="1655584"/>
          </a:xfrm>
        </p:spPr>
        <p:txBody>
          <a:bodyPr>
            <a:noAutofit/>
          </a:bodyPr>
          <a:lstStyle>
            <a:lvl1pPr marL="0" indent="0">
              <a:buNone/>
              <a:defRPr sz="3300">
                <a:solidFill>
                  <a:schemeClr val="tx2"/>
                </a:solidFill>
                <a:latin typeface="Uni Sans Book" panose="00000500000000000000" pitchFamily="50" charset="0"/>
              </a:defRPr>
            </a:lvl1pPr>
            <a:lvl2pPr>
              <a:defRPr sz="3300">
                <a:solidFill>
                  <a:schemeClr val="tx2"/>
                </a:solidFill>
                <a:latin typeface="Uni Sans Regular" panose="00000500000000000000" pitchFamily="50" charset="0"/>
              </a:defRPr>
            </a:lvl2pPr>
            <a:lvl3pPr>
              <a:defRPr sz="3300">
                <a:solidFill>
                  <a:schemeClr val="tx2"/>
                </a:solidFill>
                <a:latin typeface="Uni Sans Regular" panose="00000500000000000000" pitchFamily="50" charset="0"/>
              </a:defRPr>
            </a:lvl3pPr>
            <a:lvl4pPr>
              <a:defRPr sz="3300">
                <a:solidFill>
                  <a:schemeClr val="tx2"/>
                </a:solidFill>
                <a:latin typeface="Uni Sans Regular" panose="00000500000000000000" pitchFamily="50" charset="0"/>
              </a:defRPr>
            </a:lvl4pPr>
            <a:lvl5pPr>
              <a:defRPr sz="3300">
                <a:solidFill>
                  <a:schemeClr val="tx2"/>
                </a:solidFill>
                <a:latin typeface="Uni Sans Regular" panose="00000500000000000000" pitchFamily="50" charset="0"/>
              </a:defRPr>
            </a:lvl5pPr>
          </a:lstStyle>
          <a:p>
            <a:pPr lvl="0"/>
            <a:r>
              <a:rPr lang="en-US" dirty="0"/>
              <a:t>SUBHEAD INTRO SIT AMET, CONSECTETUR ADIPISCING. DUIS VEL MASSA EU IPSUM TINCIDUNT CONGUE SIT AMET AC ORCI.</a:t>
            </a:r>
          </a:p>
        </p:txBody>
      </p:sp>
      <p:sp>
        <p:nvSpPr>
          <p:cNvPr id="5" name="Text Placeholder 3">
            <a:extLst>
              <a:ext uri="{FF2B5EF4-FFF2-40B4-BE49-F238E27FC236}">
                <a16:creationId xmlns:a16="http://schemas.microsoft.com/office/drawing/2014/main" id="{08B5BE3E-B19A-5213-5202-23C4E727AED9}"/>
              </a:ext>
            </a:extLst>
          </p:cNvPr>
          <p:cNvSpPr>
            <a:spLocks noGrp="1"/>
          </p:cNvSpPr>
          <p:nvPr>
            <p:ph type="body" sz="quarter" idx="46" hasCustomPrompt="1"/>
          </p:nvPr>
        </p:nvSpPr>
        <p:spPr>
          <a:xfrm>
            <a:off x="1404938" y="10132477"/>
            <a:ext cx="9072562" cy="3364603"/>
          </a:xfrm>
        </p:spPr>
        <p:txBody>
          <a:bodyPr>
            <a:noAutofit/>
          </a:bodyPr>
          <a:lstStyle>
            <a:lvl1pPr marL="0" indent="0">
              <a:buNone/>
              <a:defRPr sz="3000">
                <a:solidFill>
                  <a:schemeClr val="tx1"/>
                </a:solidFill>
                <a:latin typeface="+mn-lt"/>
              </a:defRPr>
            </a:lvl1pPr>
            <a:lvl2pPr>
              <a:defRPr sz="3300">
                <a:solidFill>
                  <a:schemeClr val="tx2"/>
                </a:solidFill>
                <a:latin typeface="Uni Sans Regular" panose="00000500000000000000" pitchFamily="50" charset="0"/>
              </a:defRPr>
            </a:lvl2pPr>
            <a:lvl3pPr>
              <a:defRPr sz="3300">
                <a:solidFill>
                  <a:schemeClr val="tx2"/>
                </a:solidFill>
                <a:latin typeface="Uni Sans Regular" panose="00000500000000000000" pitchFamily="50" charset="0"/>
              </a:defRPr>
            </a:lvl3pPr>
            <a:lvl4pPr>
              <a:defRPr sz="3300">
                <a:solidFill>
                  <a:schemeClr val="tx2"/>
                </a:solidFill>
                <a:latin typeface="Uni Sans Regular" panose="00000500000000000000" pitchFamily="50" charset="0"/>
              </a:defRPr>
            </a:lvl4pPr>
            <a:lvl5pPr>
              <a:defRPr sz="3300">
                <a:solidFill>
                  <a:schemeClr val="tx2"/>
                </a:solidFill>
                <a:latin typeface="Uni Sans Regular" panose="00000500000000000000" pitchFamily="50" charset="0"/>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Duis vel </a:t>
            </a:r>
            <a:r>
              <a:rPr lang="en-US" dirty="0" err="1"/>
              <a:t>massa</a:t>
            </a:r>
            <a:r>
              <a:rPr lang="en-US" dirty="0"/>
              <a:t> </a:t>
            </a:r>
            <a:r>
              <a:rPr lang="en-US" dirty="0" err="1"/>
              <a:t>eu</a:t>
            </a:r>
            <a:r>
              <a:rPr lang="en-US" dirty="0"/>
              <a:t> ipsum </a:t>
            </a:r>
            <a:r>
              <a:rPr lang="en-US" dirty="0" err="1"/>
              <a:t>tincidunt</a:t>
            </a:r>
            <a:r>
              <a:rPr lang="en-US" dirty="0"/>
              <a:t> </a:t>
            </a:r>
            <a:r>
              <a:rPr lang="en-US" dirty="0" err="1"/>
              <a:t>congue</a:t>
            </a:r>
            <a:r>
              <a:rPr lang="en-US" dirty="0"/>
              <a:t> sit </a:t>
            </a:r>
            <a:r>
              <a:rPr lang="en-US" dirty="0" err="1"/>
              <a:t>amet</a:t>
            </a:r>
            <a:r>
              <a:rPr lang="en-US" dirty="0"/>
              <a:t> ac </a:t>
            </a:r>
            <a:r>
              <a:rPr lang="en-US" dirty="0" err="1"/>
              <a:t>orci</a:t>
            </a:r>
            <a:r>
              <a:rPr lang="en-US" dirty="0"/>
              <a:t>. Donec </a:t>
            </a:r>
            <a:r>
              <a:rPr lang="en-US" dirty="0" err="1"/>
              <a:t>vulputate</a:t>
            </a:r>
            <a:r>
              <a:rPr lang="en-US" dirty="0"/>
              <a:t> </a:t>
            </a:r>
            <a:r>
              <a:rPr lang="en-US" dirty="0" err="1"/>
              <a:t>condimentum</a:t>
            </a:r>
            <a:r>
              <a:rPr lang="en-US" dirty="0"/>
              <a:t> </a:t>
            </a:r>
            <a:r>
              <a:rPr lang="en-US" dirty="0" err="1"/>
              <a:t>egestas</a:t>
            </a:r>
            <a:r>
              <a:rPr lang="en-US" dirty="0"/>
              <a:t>. Vestibulum ante ipsum </a:t>
            </a:r>
            <a:r>
              <a:rPr lang="en-US" dirty="0" err="1"/>
              <a:t>primis</a:t>
            </a:r>
            <a:r>
              <a:rPr lang="en-US" dirty="0"/>
              <a:t> in </a:t>
            </a:r>
            <a:r>
              <a:rPr lang="en-US" dirty="0" err="1"/>
              <a:t>faucibus</a:t>
            </a:r>
            <a:r>
              <a:rPr lang="en-US" dirty="0"/>
              <a:t> </a:t>
            </a:r>
            <a:r>
              <a:rPr lang="en-US" dirty="0" err="1"/>
              <a:t>orci</a:t>
            </a:r>
            <a:r>
              <a:rPr lang="en-US" dirty="0"/>
              <a:t> </a:t>
            </a:r>
            <a:r>
              <a:rPr lang="en-US" dirty="0" err="1"/>
              <a:t>luctus</a:t>
            </a:r>
            <a:r>
              <a:rPr lang="en-US" dirty="0"/>
              <a:t> et </a:t>
            </a:r>
            <a:r>
              <a:rPr lang="en-US" dirty="0" err="1"/>
              <a:t>ultrices</a:t>
            </a:r>
            <a:r>
              <a:rPr lang="en-US" dirty="0"/>
              <a:t> </a:t>
            </a:r>
            <a:r>
              <a:rPr lang="en-US" dirty="0" err="1"/>
              <a:t>posuere</a:t>
            </a:r>
            <a:r>
              <a:rPr lang="en-US" dirty="0"/>
              <a:t> </a:t>
            </a:r>
            <a:r>
              <a:rPr lang="en-US" dirty="0" err="1"/>
              <a:t>cubilia</a:t>
            </a:r>
            <a:r>
              <a:rPr lang="en-US" dirty="0"/>
              <a:t> Curae; </a:t>
            </a:r>
            <a:r>
              <a:rPr lang="en-US" dirty="0" err="1"/>
              <a:t>Nulla</a:t>
            </a:r>
            <a:r>
              <a:rPr lang="en-US" dirty="0"/>
              <a:t> </a:t>
            </a:r>
            <a:r>
              <a:rPr lang="en-US" dirty="0" err="1"/>
              <a:t>risus</a:t>
            </a:r>
            <a:r>
              <a:rPr lang="en-US" dirty="0"/>
              <a:t> </a:t>
            </a:r>
            <a:r>
              <a:rPr lang="en-US" dirty="0" err="1"/>
              <a:t>elit</a:t>
            </a:r>
            <a:r>
              <a:rPr lang="en-US" dirty="0"/>
              <a:t>, </a:t>
            </a:r>
            <a:r>
              <a:rPr lang="en-US" dirty="0" err="1"/>
              <a:t>ullamcorper</a:t>
            </a:r>
            <a:r>
              <a:rPr lang="en-US" dirty="0"/>
              <a:t> sit </a:t>
            </a:r>
            <a:r>
              <a:rPr lang="en-US" dirty="0" err="1"/>
              <a:t>amet</a:t>
            </a:r>
            <a:r>
              <a:rPr lang="en-US" dirty="0"/>
              <a:t> </a:t>
            </a:r>
            <a:r>
              <a:rPr lang="en-US" dirty="0" err="1"/>
              <a:t>arcu</a:t>
            </a:r>
            <a:r>
              <a:rPr lang="en-US" dirty="0"/>
              <a:t> vel, </a:t>
            </a:r>
            <a:r>
              <a:rPr lang="en-US" dirty="0" err="1"/>
              <a:t>tristique</a:t>
            </a:r>
            <a:r>
              <a:rPr lang="en-US" dirty="0"/>
              <a:t> </a:t>
            </a:r>
            <a:r>
              <a:rPr lang="en-US" dirty="0" err="1"/>
              <a:t>suscipit</a:t>
            </a:r>
            <a:r>
              <a:rPr lang="en-US" dirty="0"/>
              <a:t> </a:t>
            </a:r>
            <a:r>
              <a:rPr lang="en-US" dirty="0" err="1"/>
              <a:t>urna</a:t>
            </a:r>
            <a:r>
              <a:rPr lang="en-US" dirty="0"/>
              <a:t>. </a:t>
            </a:r>
            <a:r>
              <a:rPr lang="en-US" dirty="0" err="1"/>
              <a:t>Mauris</a:t>
            </a:r>
            <a:r>
              <a:rPr lang="en-US" dirty="0"/>
              <a:t> sit </a:t>
            </a:r>
            <a:r>
              <a:rPr lang="en-US" dirty="0" err="1"/>
              <a:t>amet</a:t>
            </a:r>
            <a:endParaRPr lang="en-US" dirty="0"/>
          </a:p>
        </p:txBody>
      </p:sp>
      <p:sp>
        <p:nvSpPr>
          <p:cNvPr id="19" name="Picture Placeholder 18">
            <a:extLst>
              <a:ext uri="{FF2B5EF4-FFF2-40B4-BE49-F238E27FC236}">
                <a16:creationId xmlns:a16="http://schemas.microsoft.com/office/drawing/2014/main" id="{21081191-5373-5749-7DC4-98783C3690DA}"/>
              </a:ext>
            </a:extLst>
          </p:cNvPr>
          <p:cNvSpPr>
            <a:spLocks noGrp="1"/>
          </p:cNvSpPr>
          <p:nvPr>
            <p:ph type="pic" sz="quarter" idx="13" hasCustomPrompt="1"/>
          </p:nvPr>
        </p:nvSpPr>
        <p:spPr>
          <a:xfrm>
            <a:off x="11468100" y="8459788"/>
            <a:ext cx="9105900" cy="4418012"/>
          </a:xfrm>
          <a:prstGeom prst="rect">
            <a:avLst/>
          </a:prstGeom>
          <a:solidFill>
            <a:schemeClr val="accent3">
              <a:lumMod val="95000"/>
            </a:schemeClr>
          </a:solidFill>
        </p:spPr>
        <p:txBody>
          <a:bodyPr/>
          <a:lstStyle>
            <a:lvl1pPr>
              <a:defRPr sz="4000"/>
            </a:lvl1pPr>
          </a:lstStyle>
          <a:p>
            <a:pPr marL="548640" marR="0" lvl="0" indent="-548640" algn="l" defTabSz="2194560" rtl="0" eaLnBrk="1" fontAlgn="auto" latinLnBrk="0" hangingPunct="1">
              <a:lnSpc>
                <a:spcPct val="90000"/>
              </a:lnSpc>
              <a:spcBef>
                <a:spcPts val="2400"/>
              </a:spcBef>
              <a:spcAft>
                <a:spcPts val="0"/>
              </a:spcAft>
              <a:buClrTx/>
              <a:buSzTx/>
              <a:buFont typeface="Arial" panose="020B0604020202020204" pitchFamily="34" charset="0"/>
              <a:buChar char="•"/>
              <a:tabLst/>
              <a:defRPr/>
            </a:pPr>
            <a:r>
              <a:rPr lang="en-US" dirty="0"/>
              <a:t>Place image here and add alt text under Review &gt; Check Accessibility &gt; Alt Text</a:t>
            </a:r>
          </a:p>
          <a:p>
            <a:endParaRPr lang="en-US" dirty="0"/>
          </a:p>
        </p:txBody>
      </p:sp>
      <p:sp>
        <p:nvSpPr>
          <p:cNvPr id="16" name="Text Placeholder 15">
            <a:extLst>
              <a:ext uri="{FF2B5EF4-FFF2-40B4-BE49-F238E27FC236}">
                <a16:creationId xmlns:a16="http://schemas.microsoft.com/office/drawing/2014/main" id="{78936DFD-DC62-63FC-9D7D-E54AA02C41CF}"/>
              </a:ext>
            </a:extLst>
          </p:cNvPr>
          <p:cNvSpPr>
            <a:spLocks noGrp="1"/>
          </p:cNvSpPr>
          <p:nvPr>
            <p:ph type="body" sz="quarter" idx="48" hasCustomPrompt="1"/>
          </p:nvPr>
        </p:nvSpPr>
        <p:spPr>
          <a:xfrm>
            <a:off x="11468100" y="13047663"/>
            <a:ext cx="9105901" cy="449262"/>
          </a:xfrm>
        </p:spPr>
        <p:txBody>
          <a:bodyPr>
            <a:noAutofit/>
          </a:bodyPr>
          <a:lstStyle>
            <a:lvl1pPr marL="0" indent="0">
              <a:buNone/>
              <a:defRPr sz="1200"/>
            </a:lvl1pPr>
            <a:lvl2pPr>
              <a:defRPr sz="1200"/>
            </a:lvl2pPr>
            <a:lvl3pPr>
              <a:defRPr sz="1200"/>
            </a:lvl3pPr>
            <a:lvl4pPr>
              <a:defRPr sz="1200"/>
            </a:lvl4pPr>
            <a:lvl5pPr>
              <a:defRPr sz="1200"/>
            </a:lvl5pPr>
          </a:lstStyle>
          <a:p>
            <a:pPr lvl="0"/>
            <a:r>
              <a:rPr lang="en-US" dirty="0"/>
              <a:t>Photo caption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Duis vel </a:t>
            </a:r>
            <a:r>
              <a:rPr lang="en-US" dirty="0" err="1"/>
              <a:t>massa</a:t>
            </a:r>
            <a:r>
              <a:rPr lang="en-US" dirty="0"/>
              <a:t> </a:t>
            </a:r>
            <a:r>
              <a:rPr lang="en-US" dirty="0" err="1"/>
              <a:t>eu</a:t>
            </a:r>
            <a:r>
              <a:rPr lang="en-US" dirty="0"/>
              <a:t> ipsum </a:t>
            </a:r>
            <a:r>
              <a:rPr lang="en-US" dirty="0" err="1"/>
              <a:t>tincidunt</a:t>
            </a:r>
            <a:r>
              <a:rPr lang="en-US" dirty="0"/>
              <a:t> </a:t>
            </a:r>
            <a:r>
              <a:rPr lang="en-US" dirty="0" err="1"/>
              <a:t>congue</a:t>
            </a:r>
            <a:r>
              <a:rPr lang="en-US" dirty="0"/>
              <a:t> sit.</a:t>
            </a:r>
          </a:p>
        </p:txBody>
      </p:sp>
      <p:sp>
        <p:nvSpPr>
          <p:cNvPr id="26" name="Text Placeholder 25">
            <a:extLst>
              <a:ext uri="{FF2B5EF4-FFF2-40B4-BE49-F238E27FC236}">
                <a16:creationId xmlns:a16="http://schemas.microsoft.com/office/drawing/2014/main" id="{48B1FE93-715E-430A-7072-93B3CE554C35}"/>
              </a:ext>
            </a:extLst>
          </p:cNvPr>
          <p:cNvSpPr>
            <a:spLocks noGrp="1"/>
          </p:cNvSpPr>
          <p:nvPr>
            <p:ph type="body" sz="quarter" idx="15" hasCustomPrompt="1"/>
          </p:nvPr>
        </p:nvSpPr>
        <p:spPr>
          <a:xfrm>
            <a:off x="1404938" y="14395938"/>
            <a:ext cx="5795962" cy="577849"/>
          </a:xfrm>
          <a:prstGeom prst="rect">
            <a:avLst/>
          </a:prstGeom>
        </p:spPr>
        <p:txBody>
          <a:bodyPr/>
          <a:lstStyle>
            <a:lvl1pPr marL="0" indent="0">
              <a:buNone/>
              <a:defRPr sz="4000">
                <a:solidFill>
                  <a:schemeClr val="tx2"/>
                </a:solidFill>
                <a:latin typeface="+mj-lt"/>
              </a:defRPr>
            </a:lvl1pPr>
            <a:lvl2pPr marL="1097280" indent="0">
              <a:buNone/>
              <a:defRPr sz="4000">
                <a:solidFill>
                  <a:schemeClr val="tx2"/>
                </a:solidFill>
                <a:latin typeface="+mj-lt"/>
              </a:defRPr>
            </a:lvl2pPr>
            <a:lvl3pPr marL="2194560" indent="0">
              <a:buNone/>
              <a:defRPr sz="4000">
                <a:solidFill>
                  <a:schemeClr val="tx2"/>
                </a:solidFill>
                <a:latin typeface="+mj-lt"/>
              </a:defRPr>
            </a:lvl3pPr>
            <a:lvl4pPr marL="3291840" indent="0">
              <a:buNone/>
              <a:defRPr sz="4000">
                <a:solidFill>
                  <a:schemeClr val="tx2"/>
                </a:solidFill>
                <a:latin typeface="+mj-lt"/>
              </a:defRPr>
            </a:lvl4pPr>
            <a:lvl5pPr marL="4389120" indent="0">
              <a:buNone/>
              <a:defRPr sz="4000">
                <a:solidFill>
                  <a:schemeClr val="tx2"/>
                </a:solidFill>
                <a:latin typeface="+mj-lt"/>
              </a:defRPr>
            </a:lvl5pPr>
          </a:lstStyle>
          <a:p>
            <a:pPr lvl="0"/>
            <a:r>
              <a:rPr lang="en-US" dirty="0"/>
              <a:t>SECTION HEADER</a:t>
            </a:r>
          </a:p>
        </p:txBody>
      </p:sp>
      <p:sp>
        <p:nvSpPr>
          <p:cNvPr id="18" name="Text Placeholder 17">
            <a:extLst>
              <a:ext uri="{FF2B5EF4-FFF2-40B4-BE49-F238E27FC236}">
                <a16:creationId xmlns:a16="http://schemas.microsoft.com/office/drawing/2014/main" id="{6758B34E-538D-6627-60B1-CC449705A6B9}"/>
              </a:ext>
            </a:extLst>
          </p:cNvPr>
          <p:cNvSpPr>
            <a:spLocks noGrp="1"/>
          </p:cNvSpPr>
          <p:nvPr>
            <p:ph type="body" sz="quarter" idx="49" hasCustomPrompt="1"/>
          </p:nvPr>
        </p:nvSpPr>
        <p:spPr>
          <a:xfrm>
            <a:off x="1371600" y="15513050"/>
            <a:ext cx="5829300" cy="946150"/>
          </a:xfrm>
        </p:spPr>
        <p:txBody>
          <a:bodyPr>
            <a:noAutofit/>
          </a:bodyPr>
          <a:lstStyle>
            <a:lvl1pPr marL="0" indent="0">
              <a:buNone/>
              <a:defRPr sz="1800"/>
            </a:lvl1pPr>
            <a:lvl2pP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Duis vel </a:t>
            </a:r>
            <a:r>
              <a:rPr lang="en-US" dirty="0" err="1"/>
              <a:t>massa</a:t>
            </a:r>
            <a:r>
              <a:rPr lang="en-US" dirty="0"/>
              <a:t> </a:t>
            </a:r>
            <a:r>
              <a:rPr lang="en-US" dirty="0" err="1"/>
              <a:t>eu</a:t>
            </a:r>
            <a:r>
              <a:rPr lang="en-US" dirty="0"/>
              <a:t> ipsum </a:t>
            </a:r>
            <a:r>
              <a:rPr lang="en-US" dirty="0" err="1"/>
              <a:t>tincidunt</a:t>
            </a:r>
            <a:r>
              <a:rPr lang="en-US" dirty="0"/>
              <a:t> </a:t>
            </a:r>
            <a:r>
              <a:rPr lang="en-US" dirty="0" err="1"/>
              <a:t>congue</a:t>
            </a:r>
            <a:r>
              <a:rPr lang="en-US" dirty="0"/>
              <a:t> sit </a:t>
            </a:r>
            <a:r>
              <a:rPr lang="en-US" dirty="0" err="1"/>
              <a:t>amet</a:t>
            </a:r>
            <a:r>
              <a:rPr lang="en-US" dirty="0"/>
              <a:t> ac </a:t>
            </a:r>
            <a:r>
              <a:rPr lang="en-US" dirty="0" err="1"/>
              <a:t>orci</a:t>
            </a:r>
            <a:r>
              <a:rPr lang="en-US" dirty="0"/>
              <a:t>. Donec</a:t>
            </a:r>
          </a:p>
        </p:txBody>
      </p:sp>
      <p:sp>
        <p:nvSpPr>
          <p:cNvPr id="21" name="Text Placeholder 17">
            <a:extLst>
              <a:ext uri="{FF2B5EF4-FFF2-40B4-BE49-F238E27FC236}">
                <a16:creationId xmlns:a16="http://schemas.microsoft.com/office/drawing/2014/main" id="{31D9CBC8-2414-D7F4-31D8-8114113A0DCF}"/>
              </a:ext>
            </a:extLst>
          </p:cNvPr>
          <p:cNvSpPr>
            <a:spLocks noGrp="1"/>
          </p:cNvSpPr>
          <p:nvPr>
            <p:ph type="body" sz="quarter" idx="50" hasCustomPrompt="1"/>
          </p:nvPr>
        </p:nvSpPr>
        <p:spPr>
          <a:xfrm>
            <a:off x="1371601" y="16656462"/>
            <a:ext cx="5809825" cy="4127087"/>
          </a:xfrm>
        </p:spPr>
        <p:txBody>
          <a:bodyPr>
            <a:noAutofit/>
          </a:bodyPr>
          <a:lstStyle>
            <a:lvl1pPr marL="285750" indent="-285750">
              <a:buFont typeface="Arial" panose="020B0604020202020204" pitchFamily="34" charset="0"/>
              <a:buChar char="•"/>
              <a:defRPr sz="1800"/>
            </a:lvl1pPr>
            <a:lvl2pP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Duis vel </a:t>
            </a:r>
            <a:r>
              <a:rPr lang="en-US" dirty="0" err="1"/>
              <a:t>massa</a:t>
            </a:r>
            <a:r>
              <a:rPr lang="en-US" dirty="0"/>
              <a:t> </a:t>
            </a:r>
            <a:r>
              <a:rPr lang="en-US" dirty="0" err="1"/>
              <a:t>eu</a:t>
            </a:r>
            <a:r>
              <a:rPr lang="en-US" dirty="0"/>
              <a:t> ipsum </a:t>
            </a:r>
            <a:r>
              <a:rPr lang="en-US" dirty="0" err="1"/>
              <a:t>tincidunt</a:t>
            </a:r>
            <a:r>
              <a:rPr lang="en-US" dirty="0"/>
              <a:t> </a:t>
            </a:r>
            <a:r>
              <a:rPr lang="en-US" dirty="0" err="1"/>
              <a:t>congue</a:t>
            </a:r>
            <a:r>
              <a:rPr lang="en-US" dirty="0"/>
              <a:t> sit </a:t>
            </a:r>
            <a:r>
              <a:rPr lang="en-US" dirty="0" err="1"/>
              <a:t>amet</a:t>
            </a:r>
            <a:r>
              <a:rPr lang="en-US" dirty="0"/>
              <a:t> ac </a:t>
            </a:r>
            <a:r>
              <a:rPr lang="en-US" dirty="0" err="1"/>
              <a:t>orci</a:t>
            </a:r>
            <a:r>
              <a:rPr lang="en-US" dirty="0"/>
              <a:t>. Donec</a:t>
            </a:r>
          </a:p>
        </p:txBody>
      </p:sp>
      <p:sp>
        <p:nvSpPr>
          <p:cNvPr id="39" name="Text Placeholder 38">
            <a:extLst>
              <a:ext uri="{FF2B5EF4-FFF2-40B4-BE49-F238E27FC236}">
                <a16:creationId xmlns:a16="http://schemas.microsoft.com/office/drawing/2014/main" id="{9E3CC80B-14B9-7CF6-BDCF-FCBE7E5D16FC}"/>
              </a:ext>
            </a:extLst>
          </p:cNvPr>
          <p:cNvSpPr>
            <a:spLocks noGrp="1"/>
          </p:cNvSpPr>
          <p:nvPr>
            <p:ph type="body" sz="quarter" idx="57" hasCustomPrompt="1"/>
          </p:nvPr>
        </p:nvSpPr>
        <p:spPr>
          <a:xfrm>
            <a:off x="1391075" y="21185188"/>
            <a:ext cx="5790351" cy="576262"/>
          </a:xfrm>
        </p:spPr>
        <p:txBody>
          <a:bodyPr/>
          <a:lstStyle>
            <a:lvl1pPr marL="0" indent="0" algn="ctr">
              <a:buNone/>
              <a:defRPr>
                <a:solidFill>
                  <a:schemeClr val="tx2"/>
                </a:solidFill>
                <a:latin typeface="Uni Sans Book" panose="00000500000000000000" pitchFamily="50" charset="0"/>
              </a:defRPr>
            </a:lvl1pPr>
          </a:lstStyle>
          <a:p>
            <a:pPr lvl="0"/>
            <a:r>
              <a:rPr lang="en-US" dirty="0"/>
              <a:t>CHART TITLE</a:t>
            </a:r>
          </a:p>
        </p:txBody>
      </p:sp>
      <p:sp>
        <p:nvSpPr>
          <p:cNvPr id="56" name="Text Placeholder 54">
            <a:extLst>
              <a:ext uri="{FF2B5EF4-FFF2-40B4-BE49-F238E27FC236}">
                <a16:creationId xmlns:a16="http://schemas.microsoft.com/office/drawing/2014/main" id="{88898CA4-E658-78A5-E4A9-012B86A5304B}"/>
              </a:ext>
            </a:extLst>
          </p:cNvPr>
          <p:cNvSpPr>
            <a:spLocks noGrp="1"/>
          </p:cNvSpPr>
          <p:nvPr>
            <p:ph type="body" sz="quarter" idx="62" hasCustomPrompt="1"/>
          </p:nvPr>
        </p:nvSpPr>
        <p:spPr>
          <a:xfrm rot="16200000">
            <a:off x="-415358" y="23546936"/>
            <a:ext cx="3921809" cy="354012"/>
          </a:xfrm>
        </p:spPr>
        <p:txBody>
          <a:bodyPr>
            <a:noAutofit/>
          </a:bodyPr>
          <a:lstStyle>
            <a:lvl1pPr marL="0" indent="0" algn="ctr">
              <a:buNone/>
              <a:defRPr sz="1800">
                <a:solidFill>
                  <a:schemeClr val="tx2"/>
                </a:solidFill>
                <a:latin typeface="Uni Sans Book" panose="00000500000000000000" pitchFamily="50" charset="0"/>
              </a:defRPr>
            </a:lvl1pPr>
          </a:lstStyle>
          <a:p>
            <a:pPr lvl="0"/>
            <a:r>
              <a:rPr lang="en-US" dirty="0"/>
              <a:t>CHART AXIS LABEL</a:t>
            </a:r>
          </a:p>
        </p:txBody>
      </p:sp>
      <p:sp>
        <p:nvSpPr>
          <p:cNvPr id="55" name="Text Placeholder 54">
            <a:extLst>
              <a:ext uri="{FF2B5EF4-FFF2-40B4-BE49-F238E27FC236}">
                <a16:creationId xmlns:a16="http://schemas.microsoft.com/office/drawing/2014/main" id="{EE0B498D-6AE9-24F6-A58D-BF9BD536CA03}"/>
              </a:ext>
            </a:extLst>
          </p:cNvPr>
          <p:cNvSpPr>
            <a:spLocks noGrp="1"/>
          </p:cNvSpPr>
          <p:nvPr>
            <p:ph type="body" sz="quarter" idx="61" hasCustomPrompt="1"/>
          </p:nvPr>
        </p:nvSpPr>
        <p:spPr>
          <a:xfrm>
            <a:off x="1371371" y="25684163"/>
            <a:ext cx="5838631" cy="354012"/>
          </a:xfrm>
        </p:spPr>
        <p:txBody>
          <a:bodyPr>
            <a:noAutofit/>
          </a:bodyPr>
          <a:lstStyle>
            <a:lvl1pPr marL="0" indent="0" algn="ctr">
              <a:buNone/>
              <a:defRPr sz="1800">
                <a:solidFill>
                  <a:schemeClr val="tx2"/>
                </a:solidFill>
                <a:latin typeface="Uni Sans Book" panose="00000500000000000000" pitchFamily="50" charset="0"/>
              </a:defRPr>
            </a:lvl1pPr>
          </a:lstStyle>
          <a:p>
            <a:pPr lvl="0"/>
            <a:r>
              <a:rPr lang="en-US" dirty="0"/>
              <a:t>CHART AXIS LABEL</a:t>
            </a:r>
          </a:p>
        </p:txBody>
      </p:sp>
      <p:sp>
        <p:nvSpPr>
          <p:cNvPr id="57" name="Chart Placeholder 56">
            <a:extLst>
              <a:ext uri="{FF2B5EF4-FFF2-40B4-BE49-F238E27FC236}">
                <a16:creationId xmlns:a16="http://schemas.microsoft.com/office/drawing/2014/main" id="{FB87409A-A659-182A-B653-40FE12B63C82}"/>
              </a:ext>
            </a:extLst>
          </p:cNvPr>
          <p:cNvSpPr>
            <a:spLocks noGrp="1"/>
          </p:cNvSpPr>
          <p:nvPr>
            <p:ph type="chart" sz="quarter" idx="41"/>
          </p:nvPr>
        </p:nvSpPr>
        <p:spPr>
          <a:xfrm>
            <a:off x="1725614" y="21763038"/>
            <a:ext cx="5484388" cy="3921125"/>
          </a:xfrm>
          <a:prstGeom prst="rect">
            <a:avLst/>
          </a:prstGeom>
          <a:solidFill>
            <a:schemeClr val="accent3">
              <a:lumMod val="95000"/>
            </a:schemeClr>
          </a:solidFill>
        </p:spPr>
        <p:txBody>
          <a:bodyPr/>
          <a:lstStyle>
            <a:lvl1pPr>
              <a:defRPr sz="4800"/>
            </a:lvl1pPr>
          </a:lstStyle>
          <a:p>
            <a:endParaRPr lang="en-US" dirty="0"/>
          </a:p>
        </p:txBody>
      </p:sp>
      <p:sp>
        <p:nvSpPr>
          <p:cNvPr id="37" name="Picture Placeholder 18">
            <a:extLst>
              <a:ext uri="{FF2B5EF4-FFF2-40B4-BE49-F238E27FC236}">
                <a16:creationId xmlns:a16="http://schemas.microsoft.com/office/drawing/2014/main" id="{A9ED605D-014B-6361-4B25-AF591EE487BD}"/>
              </a:ext>
            </a:extLst>
          </p:cNvPr>
          <p:cNvSpPr>
            <a:spLocks noGrp="1"/>
          </p:cNvSpPr>
          <p:nvPr>
            <p:ph type="pic" sz="quarter" idx="26" hasCustomPrompt="1"/>
          </p:nvPr>
        </p:nvSpPr>
        <p:spPr>
          <a:xfrm>
            <a:off x="1371600" y="26722750"/>
            <a:ext cx="5809826" cy="4309699"/>
          </a:xfrm>
          <a:prstGeom prst="rect">
            <a:avLst/>
          </a:prstGeom>
          <a:solidFill>
            <a:schemeClr val="accent3">
              <a:lumMod val="95000"/>
            </a:schemeClr>
          </a:solidFill>
        </p:spPr>
        <p:txBody>
          <a:bodyPr/>
          <a:lstStyle>
            <a:lvl1pPr>
              <a:defRPr sz="3200"/>
            </a:lvl1pPr>
          </a:lstStyle>
          <a:p>
            <a:pPr marL="548640" marR="0" lvl="0" indent="-548640" algn="l" defTabSz="2194560" rtl="0" eaLnBrk="1" fontAlgn="auto" latinLnBrk="0" hangingPunct="1">
              <a:lnSpc>
                <a:spcPct val="90000"/>
              </a:lnSpc>
              <a:spcBef>
                <a:spcPts val="2400"/>
              </a:spcBef>
              <a:spcAft>
                <a:spcPts val="0"/>
              </a:spcAft>
              <a:buClrTx/>
              <a:buSzTx/>
              <a:buFont typeface="Arial" panose="020B0604020202020204" pitchFamily="34" charset="0"/>
              <a:buChar char="•"/>
              <a:tabLst/>
              <a:defRPr/>
            </a:pPr>
            <a:r>
              <a:rPr lang="en-US" dirty="0"/>
              <a:t>Place image here and add alt text under Review &gt; Check Accessibility &gt; Alt Text</a:t>
            </a:r>
          </a:p>
          <a:p>
            <a:endParaRPr lang="en-US" dirty="0"/>
          </a:p>
        </p:txBody>
      </p:sp>
      <p:sp>
        <p:nvSpPr>
          <p:cNvPr id="50" name="Text Placeholder 15">
            <a:extLst>
              <a:ext uri="{FF2B5EF4-FFF2-40B4-BE49-F238E27FC236}">
                <a16:creationId xmlns:a16="http://schemas.microsoft.com/office/drawing/2014/main" id="{248DD8AC-F30D-FA2A-2670-0A4D4BFA6411}"/>
              </a:ext>
            </a:extLst>
          </p:cNvPr>
          <p:cNvSpPr>
            <a:spLocks noGrp="1"/>
          </p:cNvSpPr>
          <p:nvPr>
            <p:ph type="body" sz="quarter" idx="60" hasCustomPrompt="1"/>
          </p:nvPr>
        </p:nvSpPr>
        <p:spPr>
          <a:xfrm>
            <a:off x="1371601" y="31150874"/>
            <a:ext cx="5829299" cy="449262"/>
          </a:xfrm>
        </p:spPr>
        <p:txBody>
          <a:bodyPr>
            <a:noAutofit/>
          </a:bodyPr>
          <a:lstStyle>
            <a:lvl1pPr marL="0" indent="0">
              <a:buNone/>
              <a:defRPr sz="1200"/>
            </a:lvl1pPr>
            <a:lvl2pPr>
              <a:defRPr sz="1200"/>
            </a:lvl2pPr>
            <a:lvl3pPr>
              <a:defRPr sz="1200"/>
            </a:lvl3pPr>
            <a:lvl4pPr>
              <a:defRPr sz="1200"/>
            </a:lvl4pPr>
            <a:lvl5pPr>
              <a:defRPr sz="1200"/>
            </a:lvl5pPr>
          </a:lstStyle>
          <a:p>
            <a:pPr lvl="0"/>
            <a:r>
              <a:rPr lang="en-US" dirty="0"/>
              <a:t>Photo caption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Duis vel </a:t>
            </a:r>
            <a:r>
              <a:rPr lang="en-US" dirty="0" err="1"/>
              <a:t>massa</a:t>
            </a:r>
            <a:r>
              <a:rPr lang="en-US" dirty="0"/>
              <a:t> </a:t>
            </a:r>
            <a:r>
              <a:rPr lang="en-US" dirty="0" err="1"/>
              <a:t>eu</a:t>
            </a:r>
            <a:r>
              <a:rPr lang="en-US" dirty="0"/>
              <a:t> ipsum </a:t>
            </a:r>
            <a:r>
              <a:rPr lang="en-US" dirty="0" err="1"/>
              <a:t>tincidunt</a:t>
            </a:r>
            <a:r>
              <a:rPr lang="en-US" dirty="0"/>
              <a:t> </a:t>
            </a:r>
            <a:r>
              <a:rPr lang="en-US" dirty="0" err="1"/>
              <a:t>congue</a:t>
            </a:r>
            <a:r>
              <a:rPr lang="en-US" dirty="0"/>
              <a:t> sit.</a:t>
            </a:r>
          </a:p>
        </p:txBody>
      </p:sp>
      <p:sp>
        <p:nvSpPr>
          <p:cNvPr id="17" name="Text Placeholder 16">
            <a:extLst>
              <a:ext uri="{FF2B5EF4-FFF2-40B4-BE49-F238E27FC236}">
                <a16:creationId xmlns:a16="http://schemas.microsoft.com/office/drawing/2014/main" id="{D9835EF0-C064-2458-379F-841F884932A4}"/>
              </a:ext>
            </a:extLst>
          </p:cNvPr>
          <p:cNvSpPr>
            <a:spLocks noGrp="1"/>
          </p:cNvSpPr>
          <p:nvPr>
            <p:ph type="body" sz="quarter" idx="55" hasCustomPrompt="1"/>
          </p:nvPr>
        </p:nvSpPr>
        <p:spPr>
          <a:xfrm>
            <a:off x="8001000" y="14395939"/>
            <a:ext cx="5943600" cy="1263161"/>
          </a:xfrm>
          <a:solidFill>
            <a:schemeClr val="tx2"/>
          </a:solidFill>
        </p:spPr>
        <p:txBody>
          <a:bodyPr lIns="548640" rIns="548640" anchor="b" anchorCtr="0">
            <a:normAutofit/>
          </a:bodyPr>
          <a:lstStyle>
            <a:lvl1pPr marL="0" indent="0">
              <a:buNone/>
              <a:defRPr sz="2800">
                <a:solidFill>
                  <a:schemeClr val="bg1"/>
                </a:solidFill>
                <a:latin typeface="+mj-lt"/>
              </a:defRPr>
            </a:lvl1pPr>
          </a:lstStyle>
          <a:p>
            <a:pPr lvl="0"/>
            <a:r>
              <a:rPr lang="en-US" dirty="0"/>
              <a:t>BOX HEADER FOR YOUR QUICK FACTS</a:t>
            </a:r>
          </a:p>
        </p:txBody>
      </p:sp>
      <p:sp>
        <p:nvSpPr>
          <p:cNvPr id="24" name="Text Placeholder 23">
            <a:extLst>
              <a:ext uri="{FF2B5EF4-FFF2-40B4-BE49-F238E27FC236}">
                <a16:creationId xmlns:a16="http://schemas.microsoft.com/office/drawing/2014/main" id="{EA563F7C-80F5-7A45-8244-E505A80C617D}"/>
              </a:ext>
            </a:extLst>
          </p:cNvPr>
          <p:cNvSpPr>
            <a:spLocks noGrp="1"/>
          </p:cNvSpPr>
          <p:nvPr>
            <p:ph type="body" sz="quarter" idx="56" hasCustomPrompt="1"/>
          </p:nvPr>
        </p:nvSpPr>
        <p:spPr>
          <a:xfrm>
            <a:off x="8015655" y="15659100"/>
            <a:ext cx="5928945" cy="5688013"/>
          </a:xfrm>
          <a:solidFill>
            <a:schemeClr val="tx2"/>
          </a:solidFill>
        </p:spPr>
        <p:txBody>
          <a:bodyPr lIns="548640" tIns="182880" rIns="548640">
            <a:normAutofit/>
          </a:bodyPr>
          <a:lstStyle>
            <a:lvl1pPr>
              <a:defRPr sz="1800">
                <a:solidFill>
                  <a:schemeClr val="bg2"/>
                </a:solidFill>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Duis vel </a:t>
            </a:r>
            <a:r>
              <a:rPr lang="en-US" dirty="0" err="1"/>
              <a:t>massa</a:t>
            </a:r>
            <a:r>
              <a:rPr lang="en-US" dirty="0"/>
              <a:t> </a:t>
            </a:r>
            <a:r>
              <a:rPr lang="en-US" dirty="0" err="1"/>
              <a:t>eu</a:t>
            </a:r>
            <a:r>
              <a:rPr lang="en-US" dirty="0"/>
              <a:t> ipsum </a:t>
            </a:r>
            <a:r>
              <a:rPr lang="en-US" dirty="0" err="1"/>
              <a:t>tincidunt</a:t>
            </a:r>
            <a:r>
              <a:rPr lang="en-US" dirty="0"/>
              <a:t> </a:t>
            </a:r>
            <a:r>
              <a:rPr lang="en-US" dirty="0" err="1"/>
              <a:t>congue</a:t>
            </a:r>
            <a:r>
              <a:rPr lang="en-US" dirty="0"/>
              <a:t> sit </a:t>
            </a:r>
            <a:r>
              <a:rPr lang="en-US" dirty="0" err="1"/>
              <a:t>amet</a:t>
            </a:r>
            <a:r>
              <a:rPr lang="en-US" dirty="0"/>
              <a:t> ac </a:t>
            </a:r>
            <a:r>
              <a:rPr lang="en-US" dirty="0" err="1"/>
              <a:t>orci</a:t>
            </a:r>
            <a:r>
              <a:rPr lang="en-US" dirty="0"/>
              <a:t>. Donec </a:t>
            </a:r>
            <a:r>
              <a:rPr lang="en-US" dirty="0" err="1"/>
              <a:t>vulputate</a:t>
            </a:r>
            <a:r>
              <a:rPr lang="en-US" dirty="0"/>
              <a:t> </a:t>
            </a:r>
            <a:r>
              <a:rPr lang="en-US" dirty="0" err="1"/>
              <a:t>condimentum</a:t>
            </a:r>
            <a:endParaRPr lang="en-US" dirty="0"/>
          </a:p>
        </p:txBody>
      </p:sp>
      <p:sp>
        <p:nvSpPr>
          <p:cNvPr id="33" name="Text Placeholder 25">
            <a:extLst>
              <a:ext uri="{FF2B5EF4-FFF2-40B4-BE49-F238E27FC236}">
                <a16:creationId xmlns:a16="http://schemas.microsoft.com/office/drawing/2014/main" id="{F1384E64-71EB-804E-B091-737F5DA7AF24}"/>
              </a:ext>
            </a:extLst>
          </p:cNvPr>
          <p:cNvSpPr>
            <a:spLocks noGrp="1"/>
          </p:cNvSpPr>
          <p:nvPr>
            <p:ph type="body" sz="quarter" idx="22" hasCustomPrompt="1"/>
          </p:nvPr>
        </p:nvSpPr>
        <p:spPr>
          <a:xfrm>
            <a:off x="8029575" y="22130238"/>
            <a:ext cx="5886431" cy="577849"/>
          </a:xfrm>
          <a:prstGeom prst="rect">
            <a:avLst/>
          </a:prstGeom>
        </p:spPr>
        <p:txBody>
          <a:bodyPr/>
          <a:lstStyle>
            <a:lvl1pPr marL="0" indent="0">
              <a:buNone/>
              <a:defRPr sz="4000">
                <a:solidFill>
                  <a:schemeClr val="tx2"/>
                </a:solidFill>
                <a:latin typeface="+mj-lt"/>
              </a:defRPr>
            </a:lvl1pPr>
            <a:lvl2pPr marL="1097280" indent="0">
              <a:buNone/>
              <a:defRPr sz="4000">
                <a:solidFill>
                  <a:schemeClr val="tx2"/>
                </a:solidFill>
                <a:latin typeface="+mj-lt"/>
              </a:defRPr>
            </a:lvl2pPr>
            <a:lvl3pPr marL="2194560" indent="0">
              <a:buNone/>
              <a:defRPr sz="4000">
                <a:solidFill>
                  <a:schemeClr val="tx2"/>
                </a:solidFill>
                <a:latin typeface="+mj-lt"/>
              </a:defRPr>
            </a:lvl3pPr>
            <a:lvl4pPr marL="3291840" indent="0">
              <a:buNone/>
              <a:defRPr sz="4000">
                <a:solidFill>
                  <a:schemeClr val="tx2"/>
                </a:solidFill>
                <a:latin typeface="+mj-lt"/>
              </a:defRPr>
            </a:lvl4pPr>
            <a:lvl5pPr marL="4389120" indent="0">
              <a:buNone/>
              <a:defRPr sz="4000">
                <a:solidFill>
                  <a:schemeClr val="tx2"/>
                </a:solidFill>
                <a:latin typeface="+mj-lt"/>
              </a:defRPr>
            </a:lvl5pPr>
          </a:lstStyle>
          <a:p>
            <a:pPr lvl="0"/>
            <a:r>
              <a:rPr lang="en-US" dirty="0"/>
              <a:t>SECTION HEADER</a:t>
            </a:r>
          </a:p>
        </p:txBody>
      </p:sp>
      <p:sp>
        <p:nvSpPr>
          <p:cNvPr id="3" name="Text Placeholder 17">
            <a:extLst>
              <a:ext uri="{FF2B5EF4-FFF2-40B4-BE49-F238E27FC236}">
                <a16:creationId xmlns:a16="http://schemas.microsoft.com/office/drawing/2014/main" id="{945E6360-CBB8-C8AC-DE89-775B41758962}"/>
              </a:ext>
            </a:extLst>
          </p:cNvPr>
          <p:cNvSpPr>
            <a:spLocks noGrp="1"/>
          </p:cNvSpPr>
          <p:nvPr>
            <p:ph type="body" sz="quarter" idx="53" hasCustomPrompt="1"/>
          </p:nvPr>
        </p:nvSpPr>
        <p:spPr>
          <a:xfrm>
            <a:off x="8001000" y="23149535"/>
            <a:ext cx="5943600" cy="946150"/>
          </a:xfrm>
        </p:spPr>
        <p:txBody>
          <a:bodyPr>
            <a:noAutofit/>
          </a:bodyPr>
          <a:lstStyle>
            <a:lvl1pPr marL="0" indent="0">
              <a:buNone/>
              <a:defRPr sz="1800"/>
            </a:lvl1pPr>
            <a:lvl2pP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Duis vel </a:t>
            </a:r>
            <a:r>
              <a:rPr lang="en-US" dirty="0" err="1"/>
              <a:t>massa</a:t>
            </a:r>
            <a:r>
              <a:rPr lang="en-US" dirty="0"/>
              <a:t> </a:t>
            </a:r>
            <a:r>
              <a:rPr lang="en-US" dirty="0" err="1"/>
              <a:t>eu</a:t>
            </a:r>
            <a:r>
              <a:rPr lang="en-US" dirty="0"/>
              <a:t> ipsum </a:t>
            </a:r>
            <a:r>
              <a:rPr lang="en-US" dirty="0" err="1"/>
              <a:t>tincidunt</a:t>
            </a:r>
            <a:r>
              <a:rPr lang="en-US" dirty="0"/>
              <a:t> </a:t>
            </a:r>
            <a:r>
              <a:rPr lang="en-US" dirty="0" err="1"/>
              <a:t>congue</a:t>
            </a:r>
            <a:r>
              <a:rPr lang="en-US" dirty="0"/>
              <a:t> sit </a:t>
            </a:r>
            <a:r>
              <a:rPr lang="en-US" dirty="0" err="1"/>
              <a:t>amet</a:t>
            </a:r>
            <a:r>
              <a:rPr lang="en-US" dirty="0"/>
              <a:t> ac </a:t>
            </a:r>
            <a:r>
              <a:rPr lang="en-US" dirty="0" err="1"/>
              <a:t>orci</a:t>
            </a:r>
            <a:r>
              <a:rPr lang="en-US" dirty="0"/>
              <a:t>. Donec</a:t>
            </a:r>
          </a:p>
        </p:txBody>
      </p:sp>
      <p:sp>
        <p:nvSpPr>
          <p:cNvPr id="14" name="Text Placeholder 17">
            <a:extLst>
              <a:ext uri="{FF2B5EF4-FFF2-40B4-BE49-F238E27FC236}">
                <a16:creationId xmlns:a16="http://schemas.microsoft.com/office/drawing/2014/main" id="{DE10F387-A5AC-E019-556E-3B4FF34DE43B}"/>
              </a:ext>
            </a:extLst>
          </p:cNvPr>
          <p:cNvSpPr>
            <a:spLocks noGrp="1"/>
          </p:cNvSpPr>
          <p:nvPr>
            <p:ph type="body" sz="quarter" idx="54" hasCustomPrompt="1"/>
          </p:nvPr>
        </p:nvSpPr>
        <p:spPr>
          <a:xfrm>
            <a:off x="8001001" y="24292947"/>
            <a:ext cx="5991647" cy="2730067"/>
          </a:xfrm>
        </p:spPr>
        <p:txBody>
          <a:bodyPr>
            <a:noAutofit/>
          </a:bodyPr>
          <a:lstStyle>
            <a:lvl1pPr marL="285750" indent="-285750">
              <a:buFont typeface="Arial" panose="020B0604020202020204" pitchFamily="34" charset="0"/>
              <a:buChar char="•"/>
              <a:defRPr sz="1800"/>
            </a:lvl1pPr>
            <a:lvl2pP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Duis vel </a:t>
            </a:r>
            <a:r>
              <a:rPr lang="en-US" dirty="0" err="1"/>
              <a:t>massa</a:t>
            </a:r>
            <a:r>
              <a:rPr lang="en-US" dirty="0"/>
              <a:t> </a:t>
            </a:r>
            <a:r>
              <a:rPr lang="en-US" dirty="0" err="1"/>
              <a:t>eu</a:t>
            </a:r>
            <a:r>
              <a:rPr lang="en-US" dirty="0"/>
              <a:t> ipsum </a:t>
            </a:r>
            <a:r>
              <a:rPr lang="en-US" dirty="0" err="1"/>
              <a:t>tincidunt</a:t>
            </a:r>
            <a:r>
              <a:rPr lang="en-US" dirty="0"/>
              <a:t> </a:t>
            </a:r>
            <a:r>
              <a:rPr lang="en-US" dirty="0" err="1"/>
              <a:t>congue</a:t>
            </a:r>
            <a:r>
              <a:rPr lang="en-US" dirty="0"/>
              <a:t> sit </a:t>
            </a:r>
            <a:r>
              <a:rPr lang="en-US" dirty="0" err="1"/>
              <a:t>amet</a:t>
            </a:r>
            <a:r>
              <a:rPr lang="en-US" dirty="0"/>
              <a:t> ac </a:t>
            </a:r>
            <a:r>
              <a:rPr lang="en-US" dirty="0" err="1"/>
              <a:t>orci</a:t>
            </a:r>
            <a:r>
              <a:rPr lang="en-US" dirty="0"/>
              <a:t>. Donec</a:t>
            </a:r>
          </a:p>
        </p:txBody>
      </p:sp>
      <p:sp>
        <p:nvSpPr>
          <p:cNvPr id="41" name="Text Placeholder 38">
            <a:extLst>
              <a:ext uri="{FF2B5EF4-FFF2-40B4-BE49-F238E27FC236}">
                <a16:creationId xmlns:a16="http://schemas.microsoft.com/office/drawing/2014/main" id="{3B4E6C2F-255C-BD4A-9AB9-0BEEAACD3733}"/>
              </a:ext>
            </a:extLst>
          </p:cNvPr>
          <p:cNvSpPr>
            <a:spLocks noGrp="1"/>
          </p:cNvSpPr>
          <p:nvPr>
            <p:ph type="body" sz="quarter" idx="59" hasCustomPrompt="1"/>
          </p:nvPr>
        </p:nvSpPr>
        <p:spPr>
          <a:xfrm>
            <a:off x="8001000" y="27370450"/>
            <a:ext cx="5943600" cy="576262"/>
          </a:xfrm>
        </p:spPr>
        <p:txBody>
          <a:bodyPr/>
          <a:lstStyle>
            <a:lvl1pPr marL="0" indent="0" algn="ctr">
              <a:buNone/>
              <a:defRPr>
                <a:solidFill>
                  <a:schemeClr val="tx2"/>
                </a:solidFill>
                <a:latin typeface="Uni Sans Book" panose="00000500000000000000" pitchFamily="50" charset="0"/>
              </a:defRPr>
            </a:lvl1pPr>
          </a:lstStyle>
          <a:p>
            <a:pPr lvl="0"/>
            <a:r>
              <a:rPr lang="en-US" dirty="0"/>
              <a:t>CHART TITLE</a:t>
            </a:r>
          </a:p>
        </p:txBody>
      </p:sp>
      <p:sp>
        <p:nvSpPr>
          <p:cNvPr id="63" name="Text Placeholder 54">
            <a:extLst>
              <a:ext uri="{FF2B5EF4-FFF2-40B4-BE49-F238E27FC236}">
                <a16:creationId xmlns:a16="http://schemas.microsoft.com/office/drawing/2014/main" id="{E9A8CD13-2EE6-94A8-AD2C-E35E3DEB7230}"/>
              </a:ext>
            </a:extLst>
          </p:cNvPr>
          <p:cNvSpPr>
            <a:spLocks noGrp="1"/>
          </p:cNvSpPr>
          <p:nvPr>
            <p:ph type="body" sz="quarter" idx="65" hasCustomPrompt="1"/>
          </p:nvPr>
        </p:nvSpPr>
        <p:spPr>
          <a:xfrm>
            <a:off x="8005991" y="31275274"/>
            <a:ext cx="2966809" cy="354012"/>
          </a:xfrm>
        </p:spPr>
        <p:txBody>
          <a:bodyPr>
            <a:noAutofit/>
          </a:bodyPr>
          <a:lstStyle>
            <a:lvl1pPr marL="0" indent="0" algn="ctr">
              <a:buNone/>
              <a:defRPr sz="1800">
                <a:solidFill>
                  <a:schemeClr val="tx2"/>
                </a:solidFill>
                <a:latin typeface="Uni Sans Book" panose="00000500000000000000" pitchFamily="50" charset="0"/>
              </a:defRPr>
            </a:lvl1pPr>
          </a:lstStyle>
          <a:p>
            <a:pPr lvl="0"/>
            <a:r>
              <a:rPr lang="en-US" dirty="0"/>
              <a:t>CHART AXIS LABEL</a:t>
            </a:r>
          </a:p>
        </p:txBody>
      </p:sp>
      <p:sp>
        <p:nvSpPr>
          <p:cNvPr id="59" name="Chart Placeholder 56">
            <a:extLst>
              <a:ext uri="{FF2B5EF4-FFF2-40B4-BE49-F238E27FC236}">
                <a16:creationId xmlns:a16="http://schemas.microsoft.com/office/drawing/2014/main" id="{D5B5394A-2F22-FDE5-236E-71E183E88E0D}"/>
              </a:ext>
            </a:extLst>
          </p:cNvPr>
          <p:cNvSpPr>
            <a:spLocks noGrp="1"/>
          </p:cNvSpPr>
          <p:nvPr>
            <p:ph type="chart" sz="quarter" idx="43"/>
          </p:nvPr>
        </p:nvSpPr>
        <p:spPr>
          <a:xfrm>
            <a:off x="8029556" y="27954649"/>
            <a:ext cx="2943208" cy="3311922"/>
          </a:xfrm>
          <a:prstGeom prst="rect">
            <a:avLst/>
          </a:prstGeom>
          <a:solidFill>
            <a:schemeClr val="accent3">
              <a:lumMod val="95000"/>
            </a:schemeClr>
          </a:solidFill>
        </p:spPr>
        <p:txBody>
          <a:bodyPr/>
          <a:lstStyle>
            <a:lvl1pPr>
              <a:defRPr sz="4800"/>
            </a:lvl1pPr>
          </a:lstStyle>
          <a:p>
            <a:endParaRPr lang="en-US" dirty="0"/>
          </a:p>
        </p:txBody>
      </p:sp>
      <p:sp>
        <p:nvSpPr>
          <p:cNvPr id="64" name="Text Placeholder 54">
            <a:extLst>
              <a:ext uri="{FF2B5EF4-FFF2-40B4-BE49-F238E27FC236}">
                <a16:creationId xmlns:a16="http://schemas.microsoft.com/office/drawing/2014/main" id="{9A791779-1151-EF6C-A588-547FB9E5F082}"/>
              </a:ext>
            </a:extLst>
          </p:cNvPr>
          <p:cNvSpPr>
            <a:spLocks noGrp="1"/>
          </p:cNvSpPr>
          <p:nvPr>
            <p:ph type="body" sz="quarter" idx="66" hasCustomPrompt="1"/>
          </p:nvPr>
        </p:nvSpPr>
        <p:spPr>
          <a:xfrm>
            <a:off x="10968689" y="31275274"/>
            <a:ext cx="2966809" cy="354012"/>
          </a:xfrm>
        </p:spPr>
        <p:txBody>
          <a:bodyPr>
            <a:noAutofit/>
          </a:bodyPr>
          <a:lstStyle>
            <a:lvl1pPr marL="0" indent="0" algn="ctr">
              <a:buNone/>
              <a:defRPr sz="1800">
                <a:solidFill>
                  <a:schemeClr val="tx2"/>
                </a:solidFill>
                <a:latin typeface="Uni Sans Book" panose="00000500000000000000" pitchFamily="50" charset="0"/>
              </a:defRPr>
            </a:lvl1pPr>
          </a:lstStyle>
          <a:p>
            <a:pPr lvl="0"/>
            <a:r>
              <a:rPr lang="en-US" dirty="0"/>
              <a:t>CHART AXIS LABEL</a:t>
            </a:r>
          </a:p>
        </p:txBody>
      </p:sp>
      <p:sp>
        <p:nvSpPr>
          <p:cNvPr id="60" name="Chart Placeholder 56">
            <a:extLst>
              <a:ext uri="{FF2B5EF4-FFF2-40B4-BE49-F238E27FC236}">
                <a16:creationId xmlns:a16="http://schemas.microsoft.com/office/drawing/2014/main" id="{7494449F-9756-E9E3-C51C-021C113FAE32}"/>
              </a:ext>
            </a:extLst>
          </p:cNvPr>
          <p:cNvSpPr>
            <a:spLocks noGrp="1"/>
          </p:cNvSpPr>
          <p:nvPr>
            <p:ph type="chart" sz="quarter" idx="44"/>
          </p:nvPr>
        </p:nvSpPr>
        <p:spPr>
          <a:xfrm>
            <a:off x="10989469" y="27954649"/>
            <a:ext cx="2926502" cy="3311922"/>
          </a:xfrm>
          <a:prstGeom prst="rect">
            <a:avLst/>
          </a:prstGeom>
          <a:solidFill>
            <a:schemeClr val="accent3">
              <a:lumMod val="95000"/>
            </a:schemeClr>
          </a:solidFill>
        </p:spPr>
        <p:txBody>
          <a:bodyPr/>
          <a:lstStyle>
            <a:lvl1pPr>
              <a:defRPr sz="4800"/>
            </a:lvl1pPr>
          </a:lstStyle>
          <a:p>
            <a:endParaRPr lang="en-US" dirty="0"/>
          </a:p>
        </p:txBody>
      </p:sp>
      <p:sp>
        <p:nvSpPr>
          <p:cNvPr id="27" name="Text Placeholder 25">
            <a:extLst>
              <a:ext uri="{FF2B5EF4-FFF2-40B4-BE49-F238E27FC236}">
                <a16:creationId xmlns:a16="http://schemas.microsoft.com/office/drawing/2014/main" id="{6B866D6D-0E0B-BC55-3CAA-89FFFA558E1A}"/>
              </a:ext>
            </a:extLst>
          </p:cNvPr>
          <p:cNvSpPr>
            <a:spLocks noGrp="1"/>
          </p:cNvSpPr>
          <p:nvPr>
            <p:ph type="body" sz="quarter" idx="16" hasCustomPrompt="1"/>
          </p:nvPr>
        </p:nvSpPr>
        <p:spPr>
          <a:xfrm>
            <a:off x="14744700" y="14395938"/>
            <a:ext cx="5829300" cy="577849"/>
          </a:xfrm>
          <a:prstGeom prst="rect">
            <a:avLst/>
          </a:prstGeom>
        </p:spPr>
        <p:txBody>
          <a:bodyPr/>
          <a:lstStyle>
            <a:lvl1pPr marL="0" indent="0">
              <a:buNone/>
              <a:defRPr sz="4000">
                <a:solidFill>
                  <a:schemeClr val="tx2"/>
                </a:solidFill>
                <a:latin typeface="+mj-lt"/>
              </a:defRPr>
            </a:lvl1pPr>
            <a:lvl2pPr marL="1097280" indent="0">
              <a:buNone/>
              <a:defRPr sz="4000">
                <a:solidFill>
                  <a:schemeClr val="tx2"/>
                </a:solidFill>
                <a:latin typeface="+mj-lt"/>
              </a:defRPr>
            </a:lvl2pPr>
            <a:lvl3pPr marL="2194560" indent="0">
              <a:buNone/>
              <a:defRPr sz="4000">
                <a:solidFill>
                  <a:schemeClr val="tx2"/>
                </a:solidFill>
                <a:latin typeface="+mj-lt"/>
              </a:defRPr>
            </a:lvl3pPr>
            <a:lvl4pPr marL="3291840" indent="0">
              <a:buNone/>
              <a:defRPr sz="4000">
                <a:solidFill>
                  <a:schemeClr val="tx2"/>
                </a:solidFill>
                <a:latin typeface="+mj-lt"/>
              </a:defRPr>
            </a:lvl4pPr>
            <a:lvl5pPr marL="4389120" indent="0">
              <a:buNone/>
              <a:defRPr sz="4000">
                <a:solidFill>
                  <a:schemeClr val="tx2"/>
                </a:solidFill>
                <a:latin typeface="+mj-lt"/>
              </a:defRPr>
            </a:lvl5pPr>
          </a:lstStyle>
          <a:p>
            <a:pPr lvl="0"/>
            <a:r>
              <a:rPr lang="en-US" dirty="0"/>
              <a:t>SECTION HEADER</a:t>
            </a:r>
          </a:p>
        </p:txBody>
      </p:sp>
      <p:sp>
        <p:nvSpPr>
          <p:cNvPr id="22" name="Text Placeholder 17">
            <a:extLst>
              <a:ext uri="{FF2B5EF4-FFF2-40B4-BE49-F238E27FC236}">
                <a16:creationId xmlns:a16="http://schemas.microsoft.com/office/drawing/2014/main" id="{792949F3-A85B-9075-3379-5507A48829D2}"/>
              </a:ext>
            </a:extLst>
          </p:cNvPr>
          <p:cNvSpPr>
            <a:spLocks noGrp="1"/>
          </p:cNvSpPr>
          <p:nvPr>
            <p:ph type="body" sz="quarter" idx="51" hasCustomPrompt="1"/>
          </p:nvPr>
        </p:nvSpPr>
        <p:spPr>
          <a:xfrm>
            <a:off x="14750254" y="15513050"/>
            <a:ext cx="5829300" cy="946150"/>
          </a:xfrm>
        </p:spPr>
        <p:txBody>
          <a:bodyPr>
            <a:noAutofit/>
          </a:bodyPr>
          <a:lstStyle>
            <a:lvl1pPr marL="0" indent="0">
              <a:buNone/>
              <a:defRPr sz="1800"/>
            </a:lvl1pPr>
            <a:lvl2pP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Duis vel </a:t>
            </a:r>
            <a:r>
              <a:rPr lang="en-US" dirty="0" err="1"/>
              <a:t>massa</a:t>
            </a:r>
            <a:r>
              <a:rPr lang="en-US" dirty="0"/>
              <a:t> </a:t>
            </a:r>
            <a:r>
              <a:rPr lang="en-US" dirty="0" err="1"/>
              <a:t>eu</a:t>
            </a:r>
            <a:r>
              <a:rPr lang="en-US" dirty="0"/>
              <a:t> ipsum </a:t>
            </a:r>
            <a:r>
              <a:rPr lang="en-US" dirty="0" err="1"/>
              <a:t>tincidunt</a:t>
            </a:r>
            <a:r>
              <a:rPr lang="en-US" dirty="0"/>
              <a:t> </a:t>
            </a:r>
            <a:r>
              <a:rPr lang="en-US" dirty="0" err="1"/>
              <a:t>congue</a:t>
            </a:r>
            <a:r>
              <a:rPr lang="en-US" dirty="0"/>
              <a:t> sit </a:t>
            </a:r>
            <a:r>
              <a:rPr lang="en-US" dirty="0" err="1"/>
              <a:t>amet</a:t>
            </a:r>
            <a:r>
              <a:rPr lang="en-US" dirty="0"/>
              <a:t> ac </a:t>
            </a:r>
            <a:r>
              <a:rPr lang="en-US" dirty="0" err="1"/>
              <a:t>orci</a:t>
            </a:r>
            <a:r>
              <a:rPr lang="en-US" dirty="0"/>
              <a:t>. Donec</a:t>
            </a:r>
          </a:p>
        </p:txBody>
      </p:sp>
      <p:sp>
        <p:nvSpPr>
          <p:cNvPr id="23" name="Text Placeholder 17">
            <a:extLst>
              <a:ext uri="{FF2B5EF4-FFF2-40B4-BE49-F238E27FC236}">
                <a16:creationId xmlns:a16="http://schemas.microsoft.com/office/drawing/2014/main" id="{1F1E2B9C-4C5D-F48A-7C53-C6465EDEE89D}"/>
              </a:ext>
            </a:extLst>
          </p:cNvPr>
          <p:cNvSpPr>
            <a:spLocks noGrp="1"/>
          </p:cNvSpPr>
          <p:nvPr>
            <p:ph type="body" sz="quarter" idx="52" hasCustomPrompt="1"/>
          </p:nvPr>
        </p:nvSpPr>
        <p:spPr>
          <a:xfrm>
            <a:off x="14750255" y="16656462"/>
            <a:ext cx="5809825" cy="4127087"/>
          </a:xfrm>
        </p:spPr>
        <p:txBody>
          <a:bodyPr>
            <a:noAutofit/>
          </a:bodyPr>
          <a:lstStyle>
            <a:lvl1pPr marL="285750" indent="-285750">
              <a:buFont typeface="Arial" panose="020B0604020202020204" pitchFamily="34" charset="0"/>
              <a:buChar char="•"/>
              <a:defRPr sz="1800"/>
            </a:lvl1pPr>
            <a:lvl2pP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Duis vel </a:t>
            </a:r>
            <a:r>
              <a:rPr lang="en-US" dirty="0" err="1"/>
              <a:t>massa</a:t>
            </a:r>
            <a:r>
              <a:rPr lang="en-US" dirty="0"/>
              <a:t> </a:t>
            </a:r>
            <a:r>
              <a:rPr lang="en-US" dirty="0" err="1"/>
              <a:t>eu</a:t>
            </a:r>
            <a:r>
              <a:rPr lang="en-US" dirty="0"/>
              <a:t> ipsum </a:t>
            </a:r>
            <a:r>
              <a:rPr lang="en-US" dirty="0" err="1"/>
              <a:t>tincidunt</a:t>
            </a:r>
            <a:r>
              <a:rPr lang="en-US" dirty="0"/>
              <a:t> </a:t>
            </a:r>
            <a:r>
              <a:rPr lang="en-US" dirty="0" err="1"/>
              <a:t>congue</a:t>
            </a:r>
            <a:r>
              <a:rPr lang="en-US" dirty="0"/>
              <a:t> sit </a:t>
            </a:r>
            <a:r>
              <a:rPr lang="en-US" dirty="0" err="1"/>
              <a:t>amet</a:t>
            </a:r>
            <a:r>
              <a:rPr lang="en-US" dirty="0"/>
              <a:t> ac </a:t>
            </a:r>
            <a:r>
              <a:rPr lang="en-US" dirty="0" err="1"/>
              <a:t>orci</a:t>
            </a:r>
            <a:r>
              <a:rPr lang="en-US" dirty="0"/>
              <a:t>. Donec</a:t>
            </a:r>
          </a:p>
        </p:txBody>
      </p:sp>
      <p:sp>
        <p:nvSpPr>
          <p:cNvPr id="40" name="Text Placeholder 38">
            <a:extLst>
              <a:ext uri="{FF2B5EF4-FFF2-40B4-BE49-F238E27FC236}">
                <a16:creationId xmlns:a16="http://schemas.microsoft.com/office/drawing/2014/main" id="{3780011B-BEBD-6A88-2851-E87C254E14D1}"/>
              </a:ext>
            </a:extLst>
          </p:cNvPr>
          <p:cNvSpPr>
            <a:spLocks noGrp="1"/>
          </p:cNvSpPr>
          <p:nvPr>
            <p:ph type="body" sz="quarter" idx="58" hasCustomPrompt="1"/>
          </p:nvPr>
        </p:nvSpPr>
        <p:spPr>
          <a:xfrm>
            <a:off x="14741153" y="21336792"/>
            <a:ext cx="5809825" cy="576262"/>
          </a:xfrm>
        </p:spPr>
        <p:txBody>
          <a:bodyPr/>
          <a:lstStyle>
            <a:lvl1pPr marL="0" indent="0" algn="ctr">
              <a:buNone/>
              <a:defRPr>
                <a:solidFill>
                  <a:schemeClr val="tx2"/>
                </a:solidFill>
                <a:latin typeface="Uni Sans Book" panose="00000500000000000000" pitchFamily="50" charset="0"/>
              </a:defRPr>
            </a:lvl1pPr>
          </a:lstStyle>
          <a:p>
            <a:pPr lvl="0"/>
            <a:r>
              <a:rPr lang="en-US" dirty="0"/>
              <a:t>CHART TITLE</a:t>
            </a:r>
          </a:p>
        </p:txBody>
      </p:sp>
      <p:sp>
        <p:nvSpPr>
          <p:cNvPr id="62" name="Text Placeholder 54">
            <a:extLst>
              <a:ext uri="{FF2B5EF4-FFF2-40B4-BE49-F238E27FC236}">
                <a16:creationId xmlns:a16="http://schemas.microsoft.com/office/drawing/2014/main" id="{60399315-C974-7843-A546-3BC29EA169F1}"/>
              </a:ext>
            </a:extLst>
          </p:cNvPr>
          <p:cNvSpPr>
            <a:spLocks noGrp="1"/>
          </p:cNvSpPr>
          <p:nvPr>
            <p:ph type="body" sz="quarter" idx="64" hasCustomPrompt="1"/>
          </p:nvPr>
        </p:nvSpPr>
        <p:spPr>
          <a:xfrm rot="16200000">
            <a:off x="12957255" y="23665177"/>
            <a:ext cx="3921809" cy="354012"/>
          </a:xfrm>
        </p:spPr>
        <p:txBody>
          <a:bodyPr>
            <a:noAutofit/>
          </a:bodyPr>
          <a:lstStyle>
            <a:lvl1pPr marL="0" indent="0" algn="ctr">
              <a:buNone/>
              <a:defRPr sz="1800">
                <a:solidFill>
                  <a:schemeClr val="tx2"/>
                </a:solidFill>
                <a:latin typeface="Uni Sans Book" panose="00000500000000000000" pitchFamily="50" charset="0"/>
              </a:defRPr>
            </a:lvl1pPr>
          </a:lstStyle>
          <a:p>
            <a:pPr lvl="0"/>
            <a:r>
              <a:rPr lang="en-US" dirty="0"/>
              <a:t>CHART AXIS LABEL</a:t>
            </a:r>
          </a:p>
        </p:txBody>
      </p:sp>
      <p:sp>
        <p:nvSpPr>
          <p:cNvPr id="61" name="Text Placeholder 54">
            <a:extLst>
              <a:ext uri="{FF2B5EF4-FFF2-40B4-BE49-F238E27FC236}">
                <a16:creationId xmlns:a16="http://schemas.microsoft.com/office/drawing/2014/main" id="{4369CC56-84FF-A9B3-DC20-281116398C87}"/>
              </a:ext>
            </a:extLst>
          </p:cNvPr>
          <p:cNvSpPr>
            <a:spLocks noGrp="1"/>
          </p:cNvSpPr>
          <p:nvPr>
            <p:ph type="body" sz="quarter" idx="63" hasCustomPrompt="1"/>
          </p:nvPr>
        </p:nvSpPr>
        <p:spPr>
          <a:xfrm>
            <a:off x="14772578" y="25802404"/>
            <a:ext cx="5838631" cy="354012"/>
          </a:xfrm>
        </p:spPr>
        <p:txBody>
          <a:bodyPr>
            <a:noAutofit/>
          </a:bodyPr>
          <a:lstStyle>
            <a:lvl1pPr marL="0" indent="0" algn="ctr">
              <a:buNone/>
              <a:defRPr sz="1800">
                <a:solidFill>
                  <a:schemeClr val="tx2"/>
                </a:solidFill>
                <a:latin typeface="Uni Sans Book" panose="00000500000000000000" pitchFamily="50" charset="0"/>
              </a:defRPr>
            </a:lvl1pPr>
          </a:lstStyle>
          <a:p>
            <a:pPr lvl="0"/>
            <a:r>
              <a:rPr lang="en-US" dirty="0"/>
              <a:t>CHART AXIS LABEL</a:t>
            </a:r>
          </a:p>
        </p:txBody>
      </p:sp>
      <p:sp>
        <p:nvSpPr>
          <p:cNvPr id="58" name="Chart Placeholder 56">
            <a:extLst>
              <a:ext uri="{FF2B5EF4-FFF2-40B4-BE49-F238E27FC236}">
                <a16:creationId xmlns:a16="http://schemas.microsoft.com/office/drawing/2014/main" id="{314873A6-E346-BBD8-198B-75CF072C9B2B}"/>
              </a:ext>
            </a:extLst>
          </p:cNvPr>
          <p:cNvSpPr>
            <a:spLocks noGrp="1"/>
          </p:cNvSpPr>
          <p:nvPr>
            <p:ph type="chart" sz="quarter" idx="42"/>
          </p:nvPr>
        </p:nvSpPr>
        <p:spPr>
          <a:xfrm>
            <a:off x="15095167" y="21924348"/>
            <a:ext cx="5478834" cy="3878055"/>
          </a:xfrm>
          <a:prstGeom prst="rect">
            <a:avLst/>
          </a:prstGeom>
          <a:solidFill>
            <a:schemeClr val="accent3">
              <a:lumMod val="95000"/>
            </a:schemeClr>
          </a:solidFill>
        </p:spPr>
        <p:txBody>
          <a:bodyPr/>
          <a:lstStyle>
            <a:lvl1pPr>
              <a:defRPr sz="4800"/>
            </a:lvl1pPr>
          </a:lstStyle>
          <a:p>
            <a:endParaRPr lang="en-US" dirty="0"/>
          </a:p>
        </p:txBody>
      </p:sp>
      <p:sp>
        <p:nvSpPr>
          <p:cNvPr id="36" name="Text Placeholder 25">
            <a:extLst>
              <a:ext uri="{FF2B5EF4-FFF2-40B4-BE49-F238E27FC236}">
                <a16:creationId xmlns:a16="http://schemas.microsoft.com/office/drawing/2014/main" id="{03736E28-27F3-A378-90E6-702C704BB4CA}"/>
              </a:ext>
            </a:extLst>
          </p:cNvPr>
          <p:cNvSpPr>
            <a:spLocks noGrp="1"/>
          </p:cNvSpPr>
          <p:nvPr>
            <p:ph type="body" sz="quarter" idx="25" hasCustomPrompt="1"/>
          </p:nvPr>
        </p:nvSpPr>
        <p:spPr>
          <a:xfrm>
            <a:off x="14769747" y="26760851"/>
            <a:ext cx="5804253" cy="577849"/>
          </a:xfrm>
          <a:prstGeom prst="rect">
            <a:avLst/>
          </a:prstGeom>
        </p:spPr>
        <p:txBody>
          <a:bodyPr/>
          <a:lstStyle>
            <a:lvl1pPr marL="0" indent="0">
              <a:buNone/>
              <a:defRPr sz="4000">
                <a:solidFill>
                  <a:schemeClr val="tx2"/>
                </a:solidFill>
                <a:latin typeface="+mj-lt"/>
              </a:defRPr>
            </a:lvl1pPr>
            <a:lvl2pPr marL="1097280" indent="0">
              <a:buNone/>
              <a:defRPr sz="4000">
                <a:solidFill>
                  <a:schemeClr val="tx2"/>
                </a:solidFill>
                <a:latin typeface="+mj-lt"/>
              </a:defRPr>
            </a:lvl2pPr>
            <a:lvl3pPr marL="2194560" indent="0">
              <a:buNone/>
              <a:defRPr sz="4000">
                <a:solidFill>
                  <a:schemeClr val="tx2"/>
                </a:solidFill>
                <a:latin typeface="+mj-lt"/>
              </a:defRPr>
            </a:lvl3pPr>
            <a:lvl4pPr marL="3291840" indent="0">
              <a:buNone/>
              <a:defRPr sz="4000">
                <a:solidFill>
                  <a:schemeClr val="tx2"/>
                </a:solidFill>
                <a:latin typeface="+mj-lt"/>
              </a:defRPr>
            </a:lvl4pPr>
            <a:lvl5pPr marL="4389120" indent="0">
              <a:buNone/>
              <a:defRPr sz="4000">
                <a:solidFill>
                  <a:schemeClr val="tx2"/>
                </a:solidFill>
                <a:latin typeface="+mj-lt"/>
              </a:defRPr>
            </a:lvl5pPr>
          </a:lstStyle>
          <a:p>
            <a:pPr lvl="0"/>
            <a:r>
              <a:rPr lang="en-US" dirty="0"/>
              <a:t>SECTION HEADER</a:t>
            </a:r>
          </a:p>
        </p:txBody>
      </p:sp>
      <p:sp>
        <p:nvSpPr>
          <p:cNvPr id="65" name="Text Placeholder 17">
            <a:extLst>
              <a:ext uri="{FF2B5EF4-FFF2-40B4-BE49-F238E27FC236}">
                <a16:creationId xmlns:a16="http://schemas.microsoft.com/office/drawing/2014/main" id="{33A5D178-74A1-4DE2-1B8E-215EEED10B34}"/>
              </a:ext>
            </a:extLst>
          </p:cNvPr>
          <p:cNvSpPr>
            <a:spLocks noGrp="1"/>
          </p:cNvSpPr>
          <p:nvPr>
            <p:ph type="body" sz="quarter" idx="67" hasCustomPrompt="1"/>
          </p:nvPr>
        </p:nvSpPr>
        <p:spPr>
          <a:xfrm>
            <a:off x="14750254" y="27818529"/>
            <a:ext cx="5829300" cy="946150"/>
          </a:xfrm>
        </p:spPr>
        <p:txBody>
          <a:bodyPr>
            <a:noAutofit/>
          </a:bodyPr>
          <a:lstStyle>
            <a:lvl1pPr marL="0" indent="0">
              <a:buNone/>
              <a:defRPr sz="1800"/>
            </a:lvl1pPr>
            <a:lvl2pP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Duis vel </a:t>
            </a:r>
            <a:r>
              <a:rPr lang="en-US" dirty="0" err="1"/>
              <a:t>massa</a:t>
            </a:r>
            <a:r>
              <a:rPr lang="en-US" dirty="0"/>
              <a:t> </a:t>
            </a:r>
            <a:r>
              <a:rPr lang="en-US" dirty="0" err="1"/>
              <a:t>eu</a:t>
            </a:r>
            <a:r>
              <a:rPr lang="en-US" dirty="0"/>
              <a:t> ipsum </a:t>
            </a:r>
            <a:r>
              <a:rPr lang="en-US" dirty="0" err="1"/>
              <a:t>tincidunt</a:t>
            </a:r>
            <a:r>
              <a:rPr lang="en-US" dirty="0"/>
              <a:t> </a:t>
            </a:r>
            <a:r>
              <a:rPr lang="en-US" dirty="0" err="1"/>
              <a:t>congue</a:t>
            </a:r>
            <a:r>
              <a:rPr lang="en-US" dirty="0"/>
              <a:t> sit </a:t>
            </a:r>
            <a:r>
              <a:rPr lang="en-US" dirty="0" err="1"/>
              <a:t>amet</a:t>
            </a:r>
            <a:r>
              <a:rPr lang="en-US" dirty="0"/>
              <a:t> ac </a:t>
            </a:r>
            <a:r>
              <a:rPr lang="en-US" dirty="0" err="1"/>
              <a:t>orci</a:t>
            </a:r>
            <a:r>
              <a:rPr lang="en-US" dirty="0"/>
              <a:t>. Donec</a:t>
            </a:r>
          </a:p>
        </p:txBody>
      </p:sp>
      <p:sp>
        <p:nvSpPr>
          <p:cNvPr id="66" name="Text Placeholder 17">
            <a:extLst>
              <a:ext uri="{FF2B5EF4-FFF2-40B4-BE49-F238E27FC236}">
                <a16:creationId xmlns:a16="http://schemas.microsoft.com/office/drawing/2014/main" id="{076EE7ED-70B2-6630-609F-2FE0086FB1F5}"/>
              </a:ext>
            </a:extLst>
          </p:cNvPr>
          <p:cNvSpPr>
            <a:spLocks noGrp="1"/>
          </p:cNvSpPr>
          <p:nvPr>
            <p:ph type="body" sz="quarter" idx="68" hasCustomPrompt="1"/>
          </p:nvPr>
        </p:nvSpPr>
        <p:spPr>
          <a:xfrm>
            <a:off x="14750255" y="28961941"/>
            <a:ext cx="5809825" cy="2667345"/>
          </a:xfrm>
        </p:spPr>
        <p:txBody>
          <a:bodyPr>
            <a:noAutofit/>
          </a:bodyPr>
          <a:lstStyle>
            <a:lvl1pPr marL="285750" indent="-285750">
              <a:buFont typeface="Arial" panose="020B0604020202020204" pitchFamily="34" charset="0"/>
              <a:buChar char="•"/>
              <a:defRPr sz="1800"/>
            </a:lvl1pPr>
            <a:lvl2pP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Duis vel </a:t>
            </a:r>
            <a:r>
              <a:rPr lang="en-US" dirty="0" err="1"/>
              <a:t>massa</a:t>
            </a:r>
            <a:r>
              <a:rPr lang="en-US" dirty="0"/>
              <a:t> </a:t>
            </a:r>
            <a:r>
              <a:rPr lang="en-US" dirty="0" err="1"/>
              <a:t>eu</a:t>
            </a:r>
            <a:r>
              <a:rPr lang="en-US" dirty="0"/>
              <a:t> ipsum </a:t>
            </a:r>
            <a:r>
              <a:rPr lang="en-US" dirty="0" err="1"/>
              <a:t>tincidunt</a:t>
            </a:r>
            <a:r>
              <a:rPr lang="en-US" dirty="0"/>
              <a:t> </a:t>
            </a:r>
            <a:r>
              <a:rPr lang="en-US" dirty="0" err="1"/>
              <a:t>congue</a:t>
            </a:r>
            <a:r>
              <a:rPr lang="en-US" dirty="0"/>
              <a:t> sit </a:t>
            </a:r>
            <a:r>
              <a:rPr lang="en-US" dirty="0" err="1"/>
              <a:t>amet</a:t>
            </a:r>
            <a:r>
              <a:rPr lang="en-US" dirty="0"/>
              <a:t> ac </a:t>
            </a:r>
            <a:r>
              <a:rPr lang="en-US" dirty="0" err="1"/>
              <a:t>orci</a:t>
            </a:r>
            <a:r>
              <a:rPr lang="en-US" dirty="0"/>
              <a:t>. Donec</a:t>
            </a:r>
          </a:p>
        </p:txBody>
      </p:sp>
    </p:spTree>
  </p:cSld>
  <p:clrMapOvr>
    <a:masterClrMapping/>
  </p:clrMapOvr>
  <p:extLst>
    <p:ext uri="{DCECCB84-F9BA-43D5-87BE-67443E8EF086}">
      <p15:sldGuideLst xmlns:p15="http://schemas.microsoft.com/office/powerpoint/2012/main">
        <p15:guide id="1" orient="horz" pos="1036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ond Page">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4FCE31BD-1261-01C7-4870-B6860CC81801}"/>
              </a:ext>
              <a:ext uri="{C183D7F6-B498-43B3-948B-1728B52AA6E4}">
                <adec:decorative xmlns:adec="http://schemas.microsoft.com/office/drawing/2017/decorative" val="1"/>
              </a:ext>
            </a:extLst>
          </p:cNvPr>
          <p:cNvSpPr/>
          <p:nvPr userDrawn="1"/>
        </p:nvSpPr>
        <p:spPr>
          <a:xfrm>
            <a:off x="0" y="0"/>
            <a:ext cx="21945600" cy="66294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Connector 15">
            <a:extLst>
              <a:ext uri="{FF2B5EF4-FFF2-40B4-BE49-F238E27FC236}">
                <a16:creationId xmlns:a16="http://schemas.microsoft.com/office/drawing/2014/main" id="{3C4B055B-085B-76FB-DE60-7304A9BF5103}"/>
              </a:ext>
              <a:ext uri="{C183D7F6-B498-43B3-948B-1728B52AA6E4}">
                <adec:decorative xmlns:adec="http://schemas.microsoft.com/office/drawing/2017/decorative" val="1"/>
              </a:ext>
            </a:extLst>
          </p:cNvPr>
          <p:cNvCxnSpPr/>
          <p:nvPr userDrawn="1"/>
        </p:nvCxnSpPr>
        <p:spPr>
          <a:xfrm>
            <a:off x="7608277" y="7461504"/>
            <a:ext cx="0" cy="2408529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45DD99A-053C-87B2-55AC-3DA6C3980301}"/>
              </a:ext>
              <a:ext uri="{C183D7F6-B498-43B3-948B-1728B52AA6E4}">
                <adec:decorative xmlns:adec="http://schemas.microsoft.com/office/drawing/2017/decorative" val="1"/>
              </a:ext>
            </a:extLst>
          </p:cNvPr>
          <p:cNvCxnSpPr/>
          <p:nvPr userDrawn="1"/>
        </p:nvCxnSpPr>
        <p:spPr>
          <a:xfrm>
            <a:off x="14342876" y="7498080"/>
            <a:ext cx="0" cy="2404872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18" name="Picture 17" descr="White Block W and University of Washington wordmark">
            <a:extLst>
              <a:ext uri="{FF2B5EF4-FFF2-40B4-BE49-F238E27FC236}">
                <a16:creationId xmlns:a16="http://schemas.microsoft.com/office/drawing/2014/main" id="{A228B37B-943D-418F-7FEB-547899E5FF6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363692" y="1393112"/>
            <a:ext cx="9151908" cy="718744"/>
          </a:xfrm>
          <a:prstGeom prst="rect">
            <a:avLst/>
          </a:prstGeom>
        </p:spPr>
      </p:pic>
      <p:sp>
        <p:nvSpPr>
          <p:cNvPr id="13" name="Title 1">
            <a:extLst>
              <a:ext uri="{FF2B5EF4-FFF2-40B4-BE49-F238E27FC236}">
                <a16:creationId xmlns:a16="http://schemas.microsoft.com/office/drawing/2014/main" id="{4186BECF-CA9C-0683-E48A-FD679FF854AF}"/>
              </a:ext>
            </a:extLst>
          </p:cNvPr>
          <p:cNvSpPr>
            <a:spLocks noGrp="1"/>
          </p:cNvSpPr>
          <p:nvPr>
            <p:ph type="ctrTitle" hasCustomPrompt="1"/>
          </p:nvPr>
        </p:nvSpPr>
        <p:spPr>
          <a:xfrm>
            <a:off x="1371600" y="2410690"/>
            <a:ext cx="18786764" cy="2487137"/>
          </a:xfrm>
          <a:prstGeom prst="rect">
            <a:avLst/>
          </a:prstGeom>
        </p:spPr>
        <p:txBody>
          <a:bodyPr lIns="0" rIns="0" anchor="b"/>
          <a:lstStyle>
            <a:lvl1pPr algn="l">
              <a:defRPr sz="11500">
                <a:solidFill>
                  <a:schemeClr val="bg2"/>
                </a:solidFill>
              </a:defRPr>
            </a:lvl1pPr>
          </a:lstStyle>
          <a:p>
            <a:r>
              <a:rPr lang="en-US" dirty="0"/>
              <a:t>HEADER</a:t>
            </a:r>
          </a:p>
        </p:txBody>
      </p:sp>
      <p:pic>
        <p:nvPicPr>
          <p:cNvPr id="15" name="Picture 14">
            <a:extLst>
              <a:ext uri="{FF2B5EF4-FFF2-40B4-BE49-F238E27FC236}">
                <a16:creationId xmlns:a16="http://schemas.microsoft.com/office/drawing/2014/main" id="{1910B298-2CC4-0C2E-86C9-441EA8DBD97C}"/>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371600" y="4669030"/>
            <a:ext cx="3877056" cy="950976"/>
          </a:xfrm>
          <a:prstGeom prst="rect">
            <a:avLst/>
          </a:prstGeom>
        </p:spPr>
      </p:pic>
      <p:sp>
        <p:nvSpPr>
          <p:cNvPr id="4" name="Text Placeholder 25">
            <a:extLst>
              <a:ext uri="{FF2B5EF4-FFF2-40B4-BE49-F238E27FC236}">
                <a16:creationId xmlns:a16="http://schemas.microsoft.com/office/drawing/2014/main" id="{1D5D6CC3-BEED-BD27-6C46-B0663A0BAAEC}"/>
              </a:ext>
            </a:extLst>
          </p:cNvPr>
          <p:cNvSpPr>
            <a:spLocks noGrp="1"/>
          </p:cNvSpPr>
          <p:nvPr>
            <p:ph type="body" sz="quarter" idx="15" hasCustomPrompt="1"/>
          </p:nvPr>
        </p:nvSpPr>
        <p:spPr>
          <a:xfrm>
            <a:off x="1404938" y="7619062"/>
            <a:ext cx="5795962" cy="577849"/>
          </a:xfrm>
          <a:prstGeom prst="rect">
            <a:avLst/>
          </a:prstGeom>
        </p:spPr>
        <p:txBody>
          <a:bodyPr/>
          <a:lstStyle>
            <a:lvl1pPr marL="0" indent="0">
              <a:buNone/>
              <a:defRPr sz="4000">
                <a:solidFill>
                  <a:schemeClr val="tx2"/>
                </a:solidFill>
                <a:latin typeface="+mj-lt"/>
              </a:defRPr>
            </a:lvl1pPr>
            <a:lvl2pPr marL="1097280" indent="0">
              <a:buNone/>
              <a:defRPr sz="4000">
                <a:solidFill>
                  <a:schemeClr val="tx2"/>
                </a:solidFill>
                <a:latin typeface="+mj-lt"/>
              </a:defRPr>
            </a:lvl2pPr>
            <a:lvl3pPr marL="2194560" indent="0">
              <a:buNone/>
              <a:defRPr sz="4000">
                <a:solidFill>
                  <a:schemeClr val="tx2"/>
                </a:solidFill>
                <a:latin typeface="+mj-lt"/>
              </a:defRPr>
            </a:lvl3pPr>
            <a:lvl4pPr marL="3291840" indent="0">
              <a:buNone/>
              <a:defRPr sz="4000">
                <a:solidFill>
                  <a:schemeClr val="tx2"/>
                </a:solidFill>
                <a:latin typeface="+mj-lt"/>
              </a:defRPr>
            </a:lvl4pPr>
            <a:lvl5pPr marL="4389120" indent="0">
              <a:buNone/>
              <a:defRPr sz="4000">
                <a:solidFill>
                  <a:schemeClr val="tx2"/>
                </a:solidFill>
                <a:latin typeface="+mj-lt"/>
              </a:defRPr>
            </a:lvl5pPr>
          </a:lstStyle>
          <a:p>
            <a:pPr lvl="0"/>
            <a:r>
              <a:rPr lang="en-US" dirty="0"/>
              <a:t>SECTION HEADER</a:t>
            </a:r>
          </a:p>
        </p:txBody>
      </p:sp>
      <p:sp>
        <p:nvSpPr>
          <p:cNvPr id="2" name="Text Placeholder 3">
            <a:extLst>
              <a:ext uri="{FF2B5EF4-FFF2-40B4-BE49-F238E27FC236}">
                <a16:creationId xmlns:a16="http://schemas.microsoft.com/office/drawing/2014/main" id="{ADBAB74E-5E42-7923-CC94-0F34EC909992}"/>
              </a:ext>
            </a:extLst>
          </p:cNvPr>
          <p:cNvSpPr>
            <a:spLocks noGrp="1"/>
          </p:cNvSpPr>
          <p:nvPr>
            <p:ph type="body" sz="quarter" idx="45" hasCustomPrompt="1"/>
          </p:nvPr>
        </p:nvSpPr>
        <p:spPr>
          <a:xfrm>
            <a:off x="1404938" y="8792490"/>
            <a:ext cx="5795962" cy="1655584"/>
          </a:xfrm>
        </p:spPr>
        <p:txBody>
          <a:bodyPr>
            <a:noAutofit/>
          </a:bodyPr>
          <a:lstStyle>
            <a:lvl1pPr marL="0" indent="0">
              <a:buNone/>
              <a:defRPr sz="2200">
                <a:solidFill>
                  <a:schemeClr val="tx2"/>
                </a:solidFill>
                <a:latin typeface="Uni Sans Book" panose="00000500000000000000" pitchFamily="50" charset="0"/>
              </a:defRPr>
            </a:lvl1pPr>
            <a:lvl2pPr>
              <a:defRPr sz="3300">
                <a:solidFill>
                  <a:schemeClr val="tx2"/>
                </a:solidFill>
                <a:latin typeface="Uni Sans Regular" panose="00000500000000000000" pitchFamily="50" charset="0"/>
              </a:defRPr>
            </a:lvl2pPr>
            <a:lvl3pPr>
              <a:defRPr sz="3300">
                <a:solidFill>
                  <a:schemeClr val="tx2"/>
                </a:solidFill>
                <a:latin typeface="Uni Sans Regular" panose="00000500000000000000" pitchFamily="50" charset="0"/>
              </a:defRPr>
            </a:lvl3pPr>
            <a:lvl4pPr>
              <a:defRPr sz="3300">
                <a:solidFill>
                  <a:schemeClr val="tx2"/>
                </a:solidFill>
                <a:latin typeface="Uni Sans Regular" panose="00000500000000000000" pitchFamily="50" charset="0"/>
              </a:defRPr>
            </a:lvl4pPr>
            <a:lvl5pPr>
              <a:defRPr sz="3300">
                <a:solidFill>
                  <a:schemeClr val="tx2"/>
                </a:solidFill>
                <a:latin typeface="Uni Sans Regular" panose="00000500000000000000" pitchFamily="50" charset="0"/>
              </a:defRPr>
            </a:lvl5pPr>
          </a:lstStyle>
          <a:p>
            <a:pPr lvl="0"/>
            <a:r>
              <a:rPr lang="en-US" dirty="0"/>
              <a:t>SUBHEAD INTRO SIT AMET, CONSECTETUR ADIPISCING. DUIS VEL MASSA EU IPSUM TINCIDUNT CONGUE SIT AMET AC ORCI. DONEC VULPUTATE CONDIMENTUM EGESTAS. </a:t>
            </a:r>
          </a:p>
        </p:txBody>
      </p:sp>
      <p:sp>
        <p:nvSpPr>
          <p:cNvPr id="3" name="Text Placeholder 3">
            <a:extLst>
              <a:ext uri="{FF2B5EF4-FFF2-40B4-BE49-F238E27FC236}">
                <a16:creationId xmlns:a16="http://schemas.microsoft.com/office/drawing/2014/main" id="{0F7007CD-9973-B2FC-A5CB-B8CE9574C6FC}"/>
              </a:ext>
            </a:extLst>
          </p:cNvPr>
          <p:cNvSpPr>
            <a:spLocks noGrp="1"/>
          </p:cNvSpPr>
          <p:nvPr>
            <p:ph type="body" sz="quarter" idx="46" hasCustomPrompt="1"/>
          </p:nvPr>
        </p:nvSpPr>
        <p:spPr>
          <a:xfrm>
            <a:off x="1404938" y="10426689"/>
            <a:ext cx="5795961" cy="4546611"/>
          </a:xfrm>
        </p:spPr>
        <p:txBody>
          <a:bodyPr>
            <a:noAutofit/>
          </a:bodyPr>
          <a:lstStyle>
            <a:lvl1pPr marL="0" indent="0">
              <a:buNone/>
              <a:defRPr sz="1800">
                <a:solidFill>
                  <a:schemeClr val="tx1"/>
                </a:solidFill>
                <a:latin typeface="+mn-lt"/>
              </a:defRPr>
            </a:lvl1pPr>
            <a:lvl2pPr>
              <a:defRPr sz="3300">
                <a:solidFill>
                  <a:schemeClr val="tx2"/>
                </a:solidFill>
                <a:latin typeface="Uni Sans Regular" panose="00000500000000000000" pitchFamily="50" charset="0"/>
              </a:defRPr>
            </a:lvl2pPr>
            <a:lvl3pPr>
              <a:defRPr sz="3300">
                <a:solidFill>
                  <a:schemeClr val="tx2"/>
                </a:solidFill>
                <a:latin typeface="Uni Sans Regular" panose="00000500000000000000" pitchFamily="50" charset="0"/>
              </a:defRPr>
            </a:lvl3pPr>
            <a:lvl4pPr>
              <a:defRPr sz="3300">
                <a:solidFill>
                  <a:schemeClr val="tx2"/>
                </a:solidFill>
                <a:latin typeface="Uni Sans Regular" panose="00000500000000000000" pitchFamily="50" charset="0"/>
              </a:defRPr>
            </a:lvl4pPr>
            <a:lvl5pPr>
              <a:defRPr sz="3300">
                <a:solidFill>
                  <a:schemeClr val="tx2"/>
                </a:solidFill>
                <a:latin typeface="Uni Sans Regular" panose="00000500000000000000" pitchFamily="50" charset="0"/>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Duis vel </a:t>
            </a:r>
            <a:r>
              <a:rPr lang="en-US" dirty="0" err="1"/>
              <a:t>massa</a:t>
            </a:r>
            <a:r>
              <a:rPr lang="en-US" dirty="0"/>
              <a:t> </a:t>
            </a:r>
            <a:r>
              <a:rPr lang="en-US" dirty="0" err="1"/>
              <a:t>eu</a:t>
            </a:r>
            <a:r>
              <a:rPr lang="en-US" dirty="0"/>
              <a:t> ipsum </a:t>
            </a:r>
            <a:r>
              <a:rPr lang="en-US" dirty="0" err="1"/>
              <a:t>tincidunt</a:t>
            </a:r>
            <a:r>
              <a:rPr lang="en-US" dirty="0"/>
              <a:t> </a:t>
            </a:r>
            <a:r>
              <a:rPr lang="en-US" dirty="0" err="1"/>
              <a:t>congue</a:t>
            </a:r>
            <a:r>
              <a:rPr lang="en-US" dirty="0"/>
              <a:t> sit </a:t>
            </a:r>
            <a:r>
              <a:rPr lang="en-US" dirty="0" err="1"/>
              <a:t>amet</a:t>
            </a:r>
            <a:r>
              <a:rPr lang="en-US" dirty="0"/>
              <a:t> ac </a:t>
            </a:r>
            <a:r>
              <a:rPr lang="en-US" dirty="0" err="1"/>
              <a:t>orci</a:t>
            </a:r>
            <a:r>
              <a:rPr lang="en-US" dirty="0"/>
              <a:t>. Donec </a:t>
            </a:r>
            <a:r>
              <a:rPr lang="en-US" dirty="0" err="1"/>
              <a:t>vulputate</a:t>
            </a:r>
            <a:r>
              <a:rPr lang="en-US" dirty="0"/>
              <a:t> </a:t>
            </a:r>
            <a:r>
              <a:rPr lang="en-US" dirty="0" err="1"/>
              <a:t>condimentum</a:t>
            </a:r>
            <a:r>
              <a:rPr lang="en-US" dirty="0"/>
              <a:t> </a:t>
            </a:r>
            <a:r>
              <a:rPr lang="en-US" dirty="0" err="1"/>
              <a:t>egestas</a:t>
            </a:r>
            <a:r>
              <a:rPr lang="en-US" dirty="0"/>
              <a:t>. Vestibulum ante ipsum </a:t>
            </a:r>
            <a:r>
              <a:rPr lang="en-US" dirty="0" err="1"/>
              <a:t>primis</a:t>
            </a:r>
            <a:r>
              <a:rPr lang="en-US" dirty="0"/>
              <a:t> in </a:t>
            </a:r>
            <a:r>
              <a:rPr lang="en-US" dirty="0" err="1"/>
              <a:t>faucibus</a:t>
            </a:r>
            <a:r>
              <a:rPr lang="en-US" dirty="0"/>
              <a:t> </a:t>
            </a:r>
            <a:r>
              <a:rPr lang="en-US" dirty="0" err="1"/>
              <a:t>orci</a:t>
            </a:r>
            <a:r>
              <a:rPr lang="en-US" dirty="0"/>
              <a:t> </a:t>
            </a:r>
            <a:r>
              <a:rPr lang="en-US" dirty="0" err="1"/>
              <a:t>luctus</a:t>
            </a:r>
            <a:r>
              <a:rPr lang="en-US" dirty="0"/>
              <a:t> et </a:t>
            </a:r>
            <a:r>
              <a:rPr lang="en-US" dirty="0" err="1"/>
              <a:t>ultrices</a:t>
            </a:r>
            <a:r>
              <a:rPr lang="en-US" dirty="0"/>
              <a:t> </a:t>
            </a:r>
            <a:r>
              <a:rPr lang="en-US" dirty="0" err="1"/>
              <a:t>posuere</a:t>
            </a:r>
            <a:r>
              <a:rPr lang="en-US" dirty="0"/>
              <a:t> </a:t>
            </a:r>
            <a:r>
              <a:rPr lang="en-US" dirty="0" err="1"/>
              <a:t>cubilia</a:t>
            </a:r>
            <a:r>
              <a:rPr lang="en-US" dirty="0"/>
              <a:t> Curae; </a:t>
            </a:r>
            <a:r>
              <a:rPr lang="en-US" dirty="0" err="1"/>
              <a:t>Nulla</a:t>
            </a:r>
            <a:r>
              <a:rPr lang="en-US" dirty="0"/>
              <a:t> </a:t>
            </a:r>
            <a:r>
              <a:rPr lang="en-US" dirty="0" err="1"/>
              <a:t>risus</a:t>
            </a:r>
            <a:r>
              <a:rPr lang="en-US" dirty="0"/>
              <a:t> </a:t>
            </a:r>
            <a:r>
              <a:rPr lang="en-US" dirty="0" err="1"/>
              <a:t>elit</a:t>
            </a:r>
            <a:r>
              <a:rPr lang="en-US" dirty="0"/>
              <a:t>, </a:t>
            </a:r>
            <a:r>
              <a:rPr lang="en-US" dirty="0" err="1"/>
              <a:t>ullamcorper</a:t>
            </a:r>
            <a:r>
              <a:rPr lang="en-US" dirty="0"/>
              <a:t> sit </a:t>
            </a:r>
            <a:r>
              <a:rPr lang="en-US" dirty="0" err="1"/>
              <a:t>amet</a:t>
            </a:r>
            <a:r>
              <a:rPr lang="en-US" dirty="0"/>
              <a:t> </a:t>
            </a:r>
            <a:r>
              <a:rPr lang="en-US" dirty="0" err="1"/>
              <a:t>arcu</a:t>
            </a:r>
            <a:r>
              <a:rPr lang="en-US" dirty="0"/>
              <a:t> vel, </a:t>
            </a:r>
            <a:r>
              <a:rPr lang="en-US" dirty="0" err="1"/>
              <a:t>tristique</a:t>
            </a:r>
            <a:r>
              <a:rPr lang="en-US" dirty="0"/>
              <a:t> </a:t>
            </a:r>
            <a:r>
              <a:rPr lang="en-US" dirty="0" err="1"/>
              <a:t>suscipit</a:t>
            </a:r>
            <a:r>
              <a:rPr lang="en-US" dirty="0"/>
              <a:t> </a:t>
            </a:r>
            <a:r>
              <a:rPr lang="en-US" dirty="0" err="1"/>
              <a:t>urna</a:t>
            </a:r>
            <a:r>
              <a:rPr lang="en-US" dirty="0"/>
              <a:t>. </a:t>
            </a:r>
            <a:r>
              <a:rPr lang="en-US" dirty="0" err="1"/>
              <a:t>Mauris</a:t>
            </a:r>
            <a:r>
              <a:rPr lang="en-US" dirty="0"/>
              <a:t> sit </a:t>
            </a:r>
            <a:r>
              <a:rPr lang="en-US" dirty="0" err="1"/>
              <a:t>amet</a:t>
            </a:r>
            <a:r>
              <a:rPr lang="en-US" dirty="0"/>
              <a:t> </a:t>
            </a:r>
            <a:r>
              <a:rPr lang="en-US" dirty="0" err="1"/>
              <a:t>arcu</a:t>
            </a:r>
            <a:r>
              <a:rPr lang="en-US" dirty="0"/>
              <a:t> nisi. Duis </a:t>
            </a:r>
            <a:r>
              <a:rPr lang="en-US" dirty="0" err="1"/>
              <a:t>lectus</a:t>
            </a:r>
            <a:r>
              <a:rPr lang="en-US" dirty="0"/>
              <a:t> </a:t>
            </a:r>
            <a:r>
              <a:rPr lang="en-US" dirty="0" err="1"/>
              <a:t>augue</a:t>
            </a:r>
            <a:r>
              <a:rPr lang="en-US" dirty="0"/>
              <a:t>, </a:t>
            </a:r>
            <a:r>
              <a:rPr lang="en-US" dirty="0" err="1"/>
              <a:t>molestie</a:t>
            </a:r>
            <a:r>
              <a:rPr lang="en-US" dirty="0"/>
              <a:t> id dictum sit </a:t>
            </a:r>
            <a:r>
              <a:rPr lang="en-US" dirty="0" err="1"/>
              <a:t>amet</a:t>
            </a:r>
            <a:r>
              <a:rPr lang="en-US" dirty="0"/>
              <a:t>, convallis </a:t>
            </a:r>
            <a:r>
              <a:rPr lang="en-US" dirty="0" err="1"/>
              <a:t>eget</a:t>
            </a:r>
            <a:r>
              <a:rPr lang="en-US" dirty="0"/>
              <a:t> est. Sed </a:t>
            </a:r>
            <a:r>
              <a:rPr lang="en-US" dirty="0" err="1"/>
              <a:t>ullamcorper</a:t>
            </a:r>
            <a:r>
              <a:rPr lang="en-US" dirty="0"/>
              <a:t> </a:t>
            </a:r>
            <a:r>
              <a:rPr lang="en-US" dirty="0" err="1"/>
              <a:t>suscipit</a:t>
            </a:r>
            <a:r>
              <a:rPr lang="en-US" dirty="0"/>
              <a:t> </a:t>
            </a:r>
            <a:r>
              <a:rPr lang="en-US" dirty="0" err="1"/>
              <a:t>elementum</a:t>
            </a:r>
            <a:r>
              <a:rPr lang="en-US" dirty="0"/>
              <a:t>. </a:t>
            </a:r>
            <a:r>
              <a:rPr lang="en-US" dirty="0" err="1"/>
              <a:t>Nullam</a:t>
            </a:r>
            <a:r>
              <a:rPr lang="en-US" dirty="0"/>
              <a:t> </a:t>
            </a:r>
            <a:r>
              <a:rPr lang="en-US" dirty="0" err="1"/>
              <a:t>scelerisque</a:t>
            </a:r>
            <a:r>
              <a:rPr lang="en-US" dirty="0"/>
              <a:t> </a:t>
            </a:r>
            <a:r>
              <a:rPr lang="en-US" dirty="0" err="1"/>
              <a:t>euismod</a:t>
            </a:r>
            <a:r>
              <a:rPr lang="en-US" dirty="0"/>
              <a:t> </a:t>
            </a:r>
            <a:r>
              <a:rPr lang="en-US" dirty="0" err="1"/>
              <a:t>nulla</a:t>
            </a:r>
            <a:r>
              <a:rPr lang="en-US" dirty="0"/>
              <a:t>, sit </a:t>
            </a:r>
            <a:r>
              <a:rPr lang="en-US" dirty="0" err="1"/>
              <a:t>amet</a:t>
            </a:r>
            <a:r>
              <a:rPr lang="en-US" dirty="0"/>
              <a:t> </a:t>
            </a:r>
            <a:r>
              <a:rPr lang="en-US" dirty="0" err="1"/>
              <a:t>fringilla</a:t>
            </a:r>
            <a:r>
              <a:rPr lang="en-US" dirty="0"/>
              <a:t> </a:t>
            </a:r>
            <a:r>
              <a:rPr lang="en-US" dirty="0" err="1"/>
              <a:t>tellus</a:t>
            </a:r>
            <a:r>
              <a:rPr lang="en-US" dirty="0"/>
              <a:t>. Nam </a:t>
            </a:r>
            <a:r>
              <a:rPr lang="en-US" dirty="0" err="1"/>
              <a:t>quis</a:t>
            </a:r>
            <a:r>
              <a:rPr lang="en-US" dirty="0"/>
              <a:t> </a:t>
            </a:r>
            <a:r>
              <a:rPr lang="en-US" dirty="0" err="1"/>
              <a:t>lacus</a:t>
            </a:r>
            <a:r>
              <a:rPr lang="en-US" dirty="0"/>
              <a:t> </a:t>
            </a:r>
            <a:r>
              <a:rPr lang="en-US" dirty="0" err="1"/>
              <a:t>nec</a:t>
            </a:r>
            <a:r>
              <a:rPr lang="en-US" dirty="0"/>
              <a:t> </a:t>
            </a:r>
            <a:r>
              <a:rPr lang="en-US" dirty="0" err="1"/>
              <a:t>odio</a:t>
            </a:r>
            <a:r>
              <a:rPr lang="en-US" dirty="0"/>
              <a:t> </a:t>
            </a:r>
            <a:r>
              <a:rPr lang="en-US" dirty="0" err="1"/>
              <a:t>aliquam</a:t>
            </a:r>
            <a:r>
              <a:rPr lang="en-US" dirty="0"/>
              <a:t> </a:t>
            </a:r>
            <a:r>
              <a:rPr lang="en-US" dirty="0" err="1"/>
              <a:t>blandit</a:t>
            </a:r>
            <a:r>
              <a:rPr lang="en-US" dirty="0"/>
              <a:t> </a:t>
            </a:r>
            <a:r>
              <a:rPr lang="en-US" dirty="0" err="1"/>
              <a:t>nec</a:t>
            </a:r>
            <a:r>
              <a:rPr lang="en-US" dirty="0"/>
              <a:t> ac </a:t>
            </a:r>
            <a:r>
              <a:rPr lang="en-US" dirty="0" err="1"/>
              <a:t>neque</a:t>
            </a:r>
            <a:r>
              <a:rPr lang="en-US" dirty="0"/>
              <a:t>. </a:t>
            </a:r>
            <a:r>
              <a:rPr lang="en-US" dirty="0" err="1"/>
              <a:t>Nulla</a:t>
            </a:r>
            <a:r>
              <a:rPr lang="en-US" dirty="0"/>
              <a:t> </a:t>
            </a:r>
            <a:r>
              <a:rPr lang="en-US" dirty="0" err="1"/>
              <a:t>molestie</a:t>
            </a:r>
            <a:r>
              <a:rPr lang="en-US" dirty="0"/>
              <a:t>, </a:t>
            </a:r>
            <a:r>
              <a:rPr lang="en-US" dirty="0" err="1"/>
              <a:t>augue</a:t>
            </a:r>
            <a:r>
              <a:rPr lang="en-US" dirty="0"/>
              <a:t> </a:t>
            </a:r>
            <a:r>
              <a:rPr lang="en-US" dirty="0" err="1"/>
              <a:t>ut</a:t>
            </a:r>
            <a:r>
              <a:rPr lang="en-US" dirty="0"/>
              <a:t> </a:t>
            </a:r>
            <a:r>
              <a:rPr lang="en-US" dirty="0" err="1"/>
              <a:t>ornare</a:t>
            </a:r>
            <a:r>
              <a:rPr lang="en-US" dirty="0"/>
              <a:t> lacinia, lorem </a:t>
            </a:r>
            <a:r>
              <a:rPr lang="en-US" dirty="0" err="1"/>
              <a:t>felis</a:t>
            </a:r>
            <a:r>
              <a:rPr lang="en-US" dirty="0"/>
              <a:t> </a:t>
            </a:r>
            <a:r>
              <a:rPr lang="en-US" dirty="0" err="1"/>
              <a:t>viverra</a:t>
            </a:r>
            <a:r>
              <a:rPr lang="en-US" dirty="0"/>
              <a:t> dolor, vitae </a:t>
            </a:r>
            <a:r>
              <a:rPr lang="en-US" dirty="0" err="1"/>
              <a:t>posuere</a:t>
            </a:r>
            <a:r>
              <a:rPr lang="en-US" dirty="0"/>
              <a:t> </a:t>
            </a:r>
            <a:r>
              <a:rPr lang="en-US" dirty="0" err="1"/>
              <a:t>nulla</a:t>
            </a:r>
            <a:r>
              <a:rPr lang="en-US" dirty="0"/>
              <a:t> </a:t>
            </a:r>
            <a:r>
              <a:rPr lang="en-US" dirty="0" err="1"/>
              <a:t>sem</a:t>
            </a:r>
            <a:r>
              <a:rPr lang="en-US" dirty="0"/>
              <a:t> </a:t>
            </a:r>
            <a:r>
              <a:rPr lang="en-US" dirty="0" err="1"/>
              <a:t>quis</a:t>
            </a:r>
            <a:r>
              <a:rPr lang="en-US" dirty="0"/>
              <a:t> </a:t>
            </a:r>
            <a:r>
              <a:rPr lang="en-US" dirty="0" err="1"/>
              <a:t>lectus</a:t>
            </a:r>
            <a:r>
              <a:rPr lang="en-US" dirty="0"/>
              <a:t>. Ut </a:t>
            </a:r>
            <a:r>
              <a:rPr lang="en-US" dirty="0" err="1"/>
              <a:t>enim</a:t>
            </a:r>
            <a:r>
              <a:rPr lang="en-US" dirty="0"/>
              <a:t> </a:t>
            </a:r>
            <a:r>
              <a:rPr lang="en-US" dirty="0" err="1"/>
              <a:t>augue</a:t>
            </a:r>
            <a:r>
              <a:rPr lang="en-US" dirty="0"/>
              <a:t>, </a:t>
            </a:r>
            <a:r>
              <a:rPr lang="en-US" dirty="0" err="1"/>
              <a:t>pretium</a:t>
            </a:r>
            <a:r>
              <a:rPr lang="en-US" dirty="0"/>
              <a:t> et gravida sed, pulvinar et lorem. Sed </a:t>
            </a:r>
            <a:r>
              <a:rPr lang="en-US" dirty="0" err="1"/>
              <a:t>eleifend</a:t>
            </a:r>
            <a:r>
              <a:rPr lang="en-US" dirty="0"/>
              <a:t> eros </a:t>
            </a:r>
            <a:r>
              <a:rPr lang="en-US" dirty="0" err="1"/>
              <a:t>eu</a:t>
            </a:r>
            <a:r>
              <a:rPr lang="en-US" dirty="0"/>
              <a:t> </a:t>
            </a:r>
            <a:r>
              <a:rPr lang="en-US" dirty="0" err="1"/>
              <a:t>scelerisque</a:t>
            </a:r>
            <a:r>
              <a:rPr lang="en-US" dirty="0"/>
              <a:t> </a:t>
            </a:r>
            <a:r>
              <a:rPr lang="en-US" dirty="0" err="1"/>
              <a:t>consectetur</a:t>
            </a:r>
            <a:r>
              <a:rPr lang="en-US" dirty="0"/>
              <a:t>. </a:t>
            </a:r>
            <a:r>
              <a:rPr lang="en-US" dirty="0" err="1"/>
              <a:t>nulla</a:t>
            </a:r>
            <a:r>
              <a:rPr lang="en-US" dirty="0"/>
              <a:t> </a:t>
            </a:r>
            <a:r>
              <a:rPr lang="en-US" dirty="0" err="1"/>
              <a:t>sem</a:t>
            </a:r>
            <a:r>
              <a:rPr lang="en-US" dirty="0"/>
              <a:t> </a:t>
            </a:r>
            <a:r>
              <a:rPr lang="en-US" dirty="0" err="1"/>
              <a:t>quis</a:t>
            </a:r>
            <a:r>
              <a:rPr lang="en-US" dirty="0"/>
              <a:t> </a:t>
            </a:r>
            <a:r>
              <a:rPr lang="en-US" dirty="0" err="1"/>
              <a:t>lectus</a:t>
            </a:r>
            <a:r>
              <a:rPr lang="en-US" dirty="0"/>
              <a:t>. Ut </a:t>
            </a:r>
            <a:r>
              <a:rPr lang="en-US" dirty="0" err="1"/>
              <a:t>enim</a:t>
            </a:r>
            <a:r>
              <a:rPr lang="en-US" dirty="0"/>
              <a:t> </a:t>
            </a:r>
            <a:r>
              <a:rPr lang="en-US" dirty="0" err="1"/>
              <a:t>augue</a:t>
            </a:r>
            <a:r>
              <a:rPr lang="en-US" dirty="0"/>
              <a:t>, </a:t>
            </a:r>
            <a:r>
              <a:rPr lang="en-US" dirty="0" err="1"/>
              <a:t>pretium</a:t>
            </a:r>
            <a:r>
              <a:rPr lang="en-US" dirty="0"/>
              <a:t> et gravida sed, pulvinar et lorem. Sed </a:t>
            </a:r>
            <a:r>
              <a:rPr lang="en-US" dirty="0" err="1"/>
              <a:t>eleifend</a:t>
            </a:r>
            <a:r>
              <a:rPr lang="en-US" dirty="0"/>
              <a:t> eros </a:t>
            </a:r>
            <a:r>
              <a:rPr lang="en-US" dirty="0" err="1"/>
              <a:t>eu</a:t>
            </a:r>
            <a:r>
              <a:rPr lang="en-US" dirty="0"/>
              <a:t> </a:t>
            </a:r>
            <a:r>
              <a:rPr lang="en-US" dirty="0" err="1"/>
              <a:t>scelerisque</a:t>
            </a:r>
            <a:r>
              <a:rPr lang="en-US" dirty="0"/>
              <a:t> </a:t>
            </a:r>
            <a:r>
              <a:rPr lang="en-US" dirty="0" err="1"/>
              <a:t>consectetur</a:t>
            </a:r>
            <a:r>
              <a:rPr lang="en-US" dirty="0"/>
              <a:t>.</a:t>
            </a:r>
          </a:p>
        </p:txBody>
      </p:sp>
      <p:sp>
        <p:nvSpPr>
          <p:cNvPr id="24" name="Text Placeholder 38">
            <a:extLst>
              <a:ext uri="{FF2B5EF4-FFF2-40B4-BE49-F238E27FC236}">
                <a16:creationId xmlns:a16="http://schemas.microsoft.com/office/drawing/2014/main" id="{A98C435C-8908-B97A-76D4-D6DB29984D75}"/>
              </a:ext>
            </a:extLst>
          </p:cNvPr>
          <p:cNvSpPr>
            <a:spLocks noGrp="1"/>
          </p:cNvSpPr>
          <p:nvPr>
            <p:ph type="body" sz="quarter" idx="59" hasCustomPrompt="1"/>
          </p:nvPr>
        </p:nvSpPr>
        <p:spPr>
          <a:xfrm>
            <a:off x="1371601" y="15737995"/>
            <a:ext cx="5790351" cy="576262"/>
          </a:xfrm>
        </p:spPr>
        <p:txBody>
          <a:bodyPr/>
          <a:lstStyle>
            <a:lvl1pPr marL="0" indent="0" algn="ctr">
              <a:buNone/>
              <a:defRPr>
                <a:solidFill>
                  <a:schemeClr val="tx2"/>
                </a:solidFill>
                <a:latin typeface="Uni Sans Book" panose="00000500000000000000" pitchFamily="50" charset="0"/>
              </a:defRPr>
            </a:lvl1pPr>
          </a:lstStyle>
          <a:p>
            <a:pPr lvl="0"/>
            <a:r>
              <a:rPr lang="en-US" dirty="0"/>
              <a:t>CHART TITLE</a:t>
            </a:r>
          </a:p>
        </p:txBody>
      </p:sp>
      <p:sp>
        <p:nvSpPr>
          <p:cNvPr id="29" name="Text Placeholder 54">
            <a:extLst>
              <a:ext uri="{FF2B5EF4-FFF2-40B4-BE49-F238E27FC236}">
                <a16:creationId xmlns:a16="http://schemas.microsoft.com/office/drawing/2014/main" id="{79FB6562-08B0-6BB9-C44F-C0F30B6BEA8F}"/>
              </a:ext>
            </a:extLst>
          </p:cNvPr>
          <p:cNvSpPr>
            <a:spLocks noGrp="1"/>
          </p:cNvSpPr>
          <p:nvPr>
            <p:ph type="body" sz="quarter" idx="63" hasCustomPrompt="1"/>
          </p:nvPr>
        </p:nvSpPr>
        <p:spPr>
          <a:xfrm rot="16200000">
            <a:off x="-415358" y="18134499"/>
            <a:ext cx="3921809" cy="354012"/>
          </a:xfrm>
        </p:spPr>
        <p:txBody>
          <a:bodyPr>
            <a:noAutofit/>
          </a:bodyPr>
          <a:lstStyle>
            <a:lvl1pPr marL="0" indent="0" algn="ctr">
              <a:buNone/>
              <a:defRPr sz="1800">
                <a:solidFill>
                  <a:schemeClr val="tx2"/>
                </a:solidFill>
                <a:latin typeface="Uni Sans Book" panose="00000500000000000000" pitchFamily="50" charset="0"/>
              </a:defRPr>
            </a:lvl1pPr>
          </a:lstStyle>
          <a:p>
            <a:pPr lvl="0"/>
            <a:r>
              <a:rPr lang="en-US" dirty="0"/>
              <a:t>CHART AXIS LABEL</a:t>
            </a:r>
          </a:p>
        </p:txBody>
      </p:sp>
      <p:sp>
        <p:nvSpPr>
          <p:cNvPr id="28" name="Text Placeholder 54">
            <a:extLst>
              <a:ext uri="{FF2B5EF4-FFF2-40B4-BE49-F238E27FC236}">
                <a16:creationId xmlns:a16="http://schemas.microsoft.com/office/drawing/2014/main" id="{8C4CE3BA-1EE8-D262-6E5E-4652CE673C2D}"/>
              </a:ext>
            </a:extLst>
          </p:cNvPr>
          <p:cNvSpPr>
            <a:spLocks noGrp="1"/>
          </p:cNvSpPr>
          <p:nvPr>
            <p:ph type="body" sz="quarter" idx="62" hasCustomPrompt="1"/>
          </p:nvPr>
        </p:nvSpPr>
        <p:spPr>
          <a:xfrm>
            <a:off x="1371371" y="20271726"/>
            <a:ext cx="5838631" cy="354012"/>
          </a:xfrm>
        </p:spPr>
        <p:txBody>
          <a:bodyPr>
            <a:noAutofit/>
          </a:bodyPr>
          <a:lstStyle>
            <a:lvl1pPr marL="0" indent="0" algn="ctr">
              <a:buNone/>
              <a:defRPr sz="1800">
                <a:solidFill>
                  <a:schemeClr val="tx2"/>
                </a:solidFill>
                <a:latin typeface="Uni Sans Book" panose="00000500000000000000" pitchFamily="50" charset="0"/>
              </a:defRPr>
            </a:lvl1pPr>
          </a:lstStyle>
          <a:p>
            <a:pPr lvl="0"/>
            <a:r>
              <a:rPr lang="en-US" dirty="0"/>
              <a:t>CHART AXIS LABEL</a:t>
            </a:r>
          </a:p>
        </p:txBody>
      </p:sp>
      <p:sp>
        <p:nvSpPr>
          <p:cNvPr id="27" name="Chart Placeholder 56">
            <a:extLst>
              <a:ext uri="{FF2B5EF4-FFF2-40B4-BE49-F238E27FC236}">
                <a16:creationId xmlns:a16="http://schemas.microsoft.com/office/drawing/2014/main" id="{BADB8C7C-0E23-3926-3D2C-758688F5DEA2}"/>
              </a:ext>
            </a:extLst>
          </p:cNvPr>
          <p:cNvSpPr>
            <a:spLocks noGrp="1"/>
          </p:cNvSpPr>
          <p:nvPr>
            <p:ph type="chart" sz="quarter" idx="41"/>
          </p:nvPr>
        </p:nvSpPr>
        <p:spPr>
          <a:xfrm>
            <a:off x="1725614" y="16350601"/>
            <a:ext cx="5484388" cy="3921125"/>
          </a:xfrm>
          <a:prstGeom prst="rect">
            <a:avLst/>
          </a:prstGeom>
          <a:solidFill>
            <a:schemeClr val="accent3">
              <a:lumMod val="95000"/>
            </a:schemeClr>
          </a:solidFill>
        </p:spPr>
        <p:txBody>
          <a:bodyPr/>
          <a:lstStyle>
            <a:lvl1pPr>
              <a:defRPr sz="4800"/>
            </a:lvl1pPr>
          </a:lstStyle>
          <a:p>
            <a:endParaRPr lang="en-US"/>
          </a:p>
        </p:txBody>
      </p:sp>
      <p:sp>
        <p:nvSpPr>
          <p:cNvPr id="7" name="Text Placeholder 25">
            <a:extLst>
              <a:ext uri="{FF2B5EF4-FFF2-40B4-BE49-F238E27FC236}">
                <a16:creationId xmlns:a16="http://schemas.microsoft.com/office/drawing/2014/main" id="{7D1E5C0D-2823-2439-0CE6-DBCBE0A4CAF6}"/>
              </a:ext>
            </a:extLst>
          </p:cNvPr>
          <p:cNvSpPr>
            <a:spLocks noGrp="1"/>
          </p:cNvSpPr>
          <p:nvPr>
            <p:ph type="body" sz="quarter" idx="49" hasCustomPrompt="1"/>
          </p:nvPr>
        </p:nvSpPr>
        <p:spPr>
          <a:xfrm>
            <a:off x="1371601" y="21142325"/>
            <a:ext cx="5829300" cy="577849"/>
          </a:xfrm>
          <a:prstGeom prst="rect">
            <a:avLst/>
          </a:prstGeom>
        </p:spPr>
        <p:txBody>
          <a:bodyPr/>
          <a:lstStyle>
            <a:lvl1pPr marL="0" indent="0">
              <a:buNone/>
              <a:defRPr sz="4000">
                <a:solidFill>
                  <a:schemeClr val="tx2"/>
                </a:solidFill>
                <a:latin typeface="+mj-lt"/>
              </a:defRPr>
            </a:lvl1pPr>
            <a:lvl2pPr marL="1097280" indent="0">
              <a:buNone/>
              <a:defRPr sz="4000">
                <a:solidFill>
                  <a:schemeClr val="tx2"/>
                </a:solidFill>
                <a:latin typeface="+mj-lt"/>
              </a:defRPr>
            </a:lvl2pPr>
            <a:lvl3pPr marL="2194560" indent="0">
              <a:buNone/>
              <a:defRPr sz="4000">
                <a:solidFill>
                  <a:schemeClr val="tx2"/>
                </a:solidFill>
                <a:latin typeface="+mj-lt"/>
              </a:defRPr>
            </a:lvl3pPr>
            <a:lvl4pPr marL="3291840" indent="0">
              <a:buNone/>
              <a:defRPr sz="4000">
                <a:solidFill>
                  <a:schemeClr val="tx2"/>
                </a:solidFill>
                <a:latin typeface="+mj-lt"/>
              </a:defRPr>
            </a:lvl4pPr>
            <a:lvl5pPr marL="4389120" indent="0">
              <a:buNone/>
              <a:defRPr sz="4000">
                <a:solidFill>
                  <a:schemeClr val="tx2"/>
                </a:solidFill>
                <a:latin typeface="+mj-lt"/>
              </a:defRPr>
            </a:lvl5pPr>
          </a:lstStyle>
          <a:p>
            <a:pPr lvl="0"/>
            <a:r>
              <a:rPr lang="en-US" dirty="0"/>
              <a:t>SECTION HEADER</a:t>
            </a:r>
          </a:p>
        </p:txBody>
      </p:sp>
      <p:sp>
        <p:nvSpPr>
          <p:cNvPr id="20" name="Text Placeholder 17">
            <a:extLst>
              <a:ext uri="{FF2B5EF4-FFF2-40B4-BE49-F238E27FC236}">
                <a16:creationId xmlns:a16="http://schemas.microsoft.com/office/drawing/2014/main" id="{9A0924CD-9C6B-E18B-588B-3230C7F50CF8}"/>
              </a:ext>
            </a:extLst>
          </p:cNvPr>
          <p:cNvSpPr>
            <a:spLocks noGrp="1"/>
          </p:cNvSpPr>
          <p:nvPr>
            <p:ph type="body" sz="quarter" idx="55" hasCustomPrompt="1"/>
          </p:nvPr>
        </p:nvSpPr>
        <p:spPr>
          <a:xfrm>
            <a:off x="1380699" y="22255811"/>
            <a:ext cx="5829300" cy="946150"/>
          </a:xfrm>
        </p:spPr>
        <p:txBody>
          <a:bodyPr>
            <a:noAutofit/>
          </a:bodyPr>
          <a:lstStyle>
            <a:lvl1pPr marL="0" indent="0">
              <a:buNone/>
              <a:defRPr sz="1800"/>
            </a:lvl1pPr>
            <a:lvl2pP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Duis vel </a:t>
            </a:r>
            <a:r>
              <a:rPr lang="en-US" dirty="0" err="1"/>
              <a:t>massa</a:t>
            </a:r>
            <a:r>
              <a:rPr lang="en-US" dirty="0"/>
              <a:t> </a:t>
            </a:r>
            <a:r>
              <a:rPr lang="en-US" dirty="0" err="1"/>
              <a:t>eu</a:t>
            </a:r>
            <a:r>
              <a:rPr lang="en-US" dirty="0"/>
              <a:t> ipsum </a:t>
            </a:r>
            <a:r>
              <a:rPr lang="en-US" dirty="0" err="1"/>
              <a:t>tincidunt</a:t>
            </a:r>
            <a:r>
              <a:rPr lang="en-US" dirty="0"/>
              <a:t> </a:t>
            </a:r>
            <a:r>
              <a:rPr lang="en-US" dirty="0" err="1"/>
              <a:t>congue</a:t>
            </a:r>
            <a:r>
              <a:rPr lang="en-US" dirty="0"/>
              <a:t> sit </a:t>
            </a:r>
            <a:r>
              <a:rPr lang="en-US" dirty="0" err="1"/>
              <a:t>amet</a:t>
            </a:r>
            <a:r>
              <a:rPr lang="en-US" dirty="0"/>
              <a:t> ac </a:t>
            </a:r>
            <a:r>
              <a:rPr lang="en-US" dirty="0" err="1"/>
              <a:t>orci</a:t>
            </a:r>
            <a:r>
              <a:rPr lang="en-US" dirty="0"/>
              <a:t>. Donec</a:t>
            </a:r>
          </a:p>
        </p:txBody>
      </p:sp>
      <p:sp>
        <p:nvSpPr>
          <p:cNvPr id="21" name="Text Placeholder 17">
            <a:extLst>
              <a:ext uri="{FF2B5EF4-FFF2-40B4-BE49-F238E27FC236}">
                <a16:creationId xmlns:a16="http://schemas.microsoft.com/office/drawing/2014/main" id="{032E876E-E757-F00B-D4CF-CB152F48FEEE}"/>
              </a:ext>
            </a:extLst>
          </p:cNvPr>
          <p:cNvSpPr>
            <a:spLocks noGrp="1"/>
          </p:cNvSpPr>
          <p:nvPr>
            <p:ph type="body" sz="quarter" idx="56" hasCustomPrompt="1"/>
          </p:nvPr>
        </p:nvSpPr>
        <p:spPr>
          <a:xfrm>
            <a:off x="1380700" y="23399224"/>
            <a:ext cx="5809825" cy="2675262"/>
          </a:xfrm>
        </p:spPr>
        <p:txBody>
          <a:bodyPr>
            <a:noAutofit/>
          </a:bodyPr>
          <a:lstStyle>
            <a:lvl1pPr marL="285750" indent="-285750">
              <a:buFont typeface="Arial" panose="020B0604020202020204" pitchFamily="34" charset="0"/>
              <a:buChar char="•"/>
              <a:defRPr sz="1800"/>
            </a:lvl1pPr>
            <a:lvl2pP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Duis vel </a:t>
            </a:r>
            <a:r>
              <a:rPr lang="en-US" dirty="0" err="1"/>
              <a:t>massa</a:t>
            </a:r>
            <a:r>
              <a:rPr lang="en-US" dirty="0"/>
              <a:t> </a:t>
            </a:r>
            <a:r>
              <a:rPr lang="en-US" dirty="0" err="1"/>
              <a:t>eu</a:t>
            </a:r>
            <a:r>
              <a:rPr lang="en-US" dirty="0"/>
              <a:t> ipsum </a:t>
            </a:r>
            <a:r>
              <a:rPr lang="en-US" dirty="0" err="1"/>
              <a:t>tincidunt</a:t>
            </a:r>
            <a:r>
              <a:rPr lang="en-US" dirty="0"/>
              <a:t> </a:t>
            </a:r>
            <a:r>
              <a:rPr lang="en-US" dirty="0" err="1"/>
              <a:t>congue</a:t>
            </a:r>
            <a:r>
              <a:rPr lang="en-US" dirty="0"/>
              <a:t> sit </a:t>
            </a:r>
            <a:r>
              <a:rPr lang="en-US" dirty="0" err="1"/>
              <a:t>amet</a:t>
            </a:r>
            <a:r>
              <a:rPr lang="en-US" dirty="0"/>
              <a:t> ac </a:t>
            </a:r>
            <a:r>
              <a:rPr lang="en-US" dirty="0" err="1"/>
              <a:t>orci</a:t>
            </a:r>
            <a:r>
              <a:rPr lang="en-US" dirty="0"/>
              <a:t>. Donec</a:t>
            </a:r>
          </a:p>
        </p:txBody>
      </p:sp>
      <p:sp>
        <p:nvSpPr>
          <p:cNvPr id="43" name="Picture Placeholder 18">
            <a:extLst>
              <a:ext uri="{FF2B5EF4-FFF2-40B4-BE49-F238E27FC236}">
                <a16:creationId xmlns:a16="http://schemas.microsoft.com/office/drawing/2014/main" id="{A759DEA8-363A-5788-13D6-BAA6DEF4EDAA}"/>
              </a:ext>
            </a:extLst>
          </p:cNvPr>
          <p:cNvSpPr>
            <a:spLocks noGrp="1"/>
          </p:cNvSpPr>
          <p:nvPr>
            <p:ph type="pic" sz="quarter" idx="26" hasCustomPrompt="1"/>
          </p:nvPr>
        </p:nvSpPr>
        <p:spPr>
          <a:xfrm>
            <a:off x="1371600" y="26722750"/>
            <a:ext cx="5809826" cy="4309699"/>
          </a:xfrm>
          <a:prstGeom prst="rect">
            <a:avLst/>
          </a:prstGeom>
          <a:solidFill>
            <a:schemeClr val="accent3">
              <a:lumMod val="95000"/>
            </a:schemeClr>
          </a:solidFill>
        </p:spPr>
        <p:txBody>
          <a:bodyPr/>
          <a:lstStyle>
            <a:lvl1pPr>
              <a:defRPr sz="3200"/>
            </a:lvl1pPr>
          </a:lstStyle>
          <a:p>
            <a:pPr marL="548640" marR="0" lvl="0" indent="-548640" algn="l" defTabSz="2194560" rtl="0" eaLnBrk="1" fontAlgn="auto" latinLnBrk="0" hangingPunct="1">
              <a:lnSpc>
                <a:spcPct val="90000"/>
              </a:lnSpc>
              <a:spcBef>
                <a:spcPts val="2400"/>
              </a:spcBef>
              <a:spcAft>
                <a:spcPts val="0"/>
              </a:spcAft>
              <a:buClrTx/>
              <a:buSzTx/>
              <a:buFont typeface="Arial" panose="020B0604020202020204" pitchFamily="34" charset="0"/>
              <a:buChar char="•"/>
              <a:tabLst/>
              <a:defRPr/>
            </a:pPr>
            <a:r>
              <a:rPr lang="en-US" dirty="0"/>
              <a:t>Place image here and add alt text under Review &gt; Check Accessibility &gt; Alt Text</a:t>
            </a:r>
          </a:p>
          <a:p>
            <a:endParaRPr lang="en-US" dirty="0"/>
          </a:p>
        </p:txBody>
      </p:sp>
      <p:sp>
        <p:nvSpPr>
          <p:cNvPr id="44" name="Text Placeholder 15">
            <a:extLst>
              <a:ext uri="{FF2B5EF4-FFF2-40B4-BE49-F238E27FC236}">
                <a16:creationId xmlns:a16="http://schemas.microsoft.com/office/drawing/2014/main" id="{7595F79E-4155-D64E-A866-A2B0CF0264C1}"/>
              </a:ext>
            </a:extLst>
          </p:cNvPr>
          <p:cNvSpPr>
            <a:spLocks noGrp="1"/>
          </p:cNvSpPr>
          <p:nvPr>
            <p:ph type="body" sz="quarter" idx="73" hasCustomPrompt="1"/>
          </p:nvPr>
        </p:nvSpPr>
        <p:spPr>
          <a:xfrm>
            <a:off x="1371601" y="31150874"/>
            <a:ext cx="5829299" cy="449262"/>
          </a:xfrm>
        </p:spPr>
        <p:txBody>
          <a:bodyPr>
            <a:noAutofit/>
          </a:bodyPr>
          <a:lstStyle>
            <a:lvl1pPr marL="0" indent="0">
              <a:buNone/>
              <a:defRPr sz="1200"/>
            </a:lvl1pPr>
            <a:lvl2pPr>
              <a:defRPr sz="1200"/>
            </a:lvl2pPr>
            <a:lvl3pPr>
              <a:defRPr sz="1200"/>
            </a:lvl3pPr>
            <a:lvl4pPr>
              <a:defRPr sz="1200"/>
            </a:lvl4pPr>
            <a:lvl5pPr>
              <a:defRPr sz="1200"/>
            </a:lvl5pPr>
          </a:lstStyle>
          <a:p>
            <a:pPr lvl="0"/>
            <a:r>
              <a:rPr lang="en-US" dirty="0"/>
              <a:t>Photo caption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Duis vel </a:t>
            </a:r>
            <a:r>
              <a:rPr lang="en-US" dirty="0" err="1"/>
              <a:t>massa</a:t>
            </a:r>
            <a:r>
              <a:rPr lang="en-US" dirty="0"/>
              <a:t> </a:t>
            </a:r>
            <a:r>
              <a:rPr lang="en-US" dirty="0" err="1"/>
              <a:t>eu</a:t>
            </a:r>
            <a:r>
              <a:rPr lang="en-US" dirty="0"/>
              <a:t> ipsum </a:t>
            </a:r>
            <a:r>
              <a:rPr lang="en-US" dirty="0" err="1"/>
              <a:t>tincidunt</a:t>
            </a:r>
            <a:r>
              <a:rPr lang="en-US" dirty="0"/>
              <a:t> </a:t>
            </a:r>
            <a:r>
              <a:rPr lang="en-US" dirty="0" err="1"/>
              <a:t>congue</a:t>
            </a:r>
            <a:r>
              <a:rPr lang="en-US" dirty="0"/>
              <a:t> sit.</a:t>
            </a:r>
          </a:p>
        </p:txBody>
      </p:sp>
      <p:sp>
        <p:nvSpPr>
          <p:cNvPr id="47" name="Text Placeholder 16">
            <a:extLst>
              <a:ext uri="{FF2B5EF4-FFF2-40B4-BE49-F238E27FC236}">
                <a16:creationId xmlns:a16="http://schemas.microsoft.com/office/drawing/2014/main" id="{72DCC1DA-F0D7-6242-4551-C5086F5BEF58}"/>
              </a:ext>
            </a:extLst>
          </p:cNvPr>
          <p:cNvSpPr>
            <a:spLocks noGrp="1"/>
          </p:cNvSpPr>
          <p:nvPr>
            <p:ph type="body" sz="quarter" idx="76" hasCustomPrompt="1"/>
          </p:nvPr>
        </p:nvSpPr>
        <p:spPr>
          <a:xfrm>
            <a:off x="8001000" y="7444765"/>
            <a:ext cx="5943600" cy="1263161"/>
          </a:xfrm>
          <a:solidFill>
            <a:schemeClr val="tx2"/>
          </a:solidFill>
        </p:spPr>
        <p:txBody>
          <a:bodyPr lIns="548640" rIns="548640" anchor="b" anchorCtr="0">
            <a:normAutofit/>
          </a:bodyPr>
          <a:lstStyle>
            <a:lvl1pPr marL="0" indent="0">
              <a:buNone/>
              <a:defRPr sz="2800">
                <a:solidFill>
                  <a:schemeClr val="bg1"/>
                </a:solidFill>
                <a:latin typeface="+mj-lt"/>
              </a:defRPr>
            </a:lvl1pPr>
          </a:lstStyle>
          <a:p>
            <a:pPr lvl="0"/>
            <a:r>
              <a:rPr lang="en-US" dirty="0"/>
              <a:t>BOX HEADER FOR YOUR QUICK FACTS</a:t>
            </a:r>
          </a:p>
        </p:txBody>
      </p:sp>
      <p:sp>
        <p:nvSpPr>
          <p:cNvPr id="48" name="Text Placeholder 23">
            <a:extLst>
              <a:ext uri="{FF2B5EF4-FFF2-40B4-BE49-F238E27FC236}">
                <a16:creationId xmlns:a16="http://schemas.microsoft.com/office/drawing/2014/main" id="{A8065ACB-5149-0060-A91F-9F0DB375A9E4}"/>
              </a:ext>
            </a:extLst>
          </p:cNvPr>
          <p:cNvSpPr>
            <a:spLocks noGrp="1"/>
          </p:cNvSpPr>
          <p:nvPr>
            <p:ph type="body" sz="quarter" idx="77" hasCustomPrompt="1"/>
          </p:nvPr>
        </p:nvSpPr>
        <p:spPr>
          <a:xfrm>
            <a:off x="8015655" y="8707926"/>
            <a:ext cx="5928945" cy="6886375"/>
          </a:xfrm>
          <a:solidFill>
            <a:schemeClr val="tx2"/>
          </a:solidFill>
        </p:spPr>
        <p:txBody>
          <a:bodyPr lIns="548640" tIns="182880" rIns="548640">
            <a:normAutofit/>
          </a:bodyPr>
          <a:lstStyle>
            <a:lvl1pPr>
              <a:defRPr sz="1800">
                <a:solidFill>
                  <a:schemeClr val="bg2"/>
                </a:solidFill>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Duis vel </a:t>
            </a:r>
            <a:r>
              <a:rPr lang="en-US" dirty="0" err="1"/>
              <a:t>massa</a:t>
            </a:r>
            <a:r>
              <a:rPr lang="en-US" dirty="0"/>
              <a:t> </a:t>
            </a:r>
            <a:r>
              <a:rPr lang="en-US" dirty="0" err="1"/>
              <a:t>eu</a:t>
            </a:r>
            <a:r>
              <a:rPr lang="en-US" dirty="0"/>
              <a:t> ipsum </a:t>
            </a:r>
            <a:r>
              <a:rPr lang="en-US" dirty="0" err="1"/>
              <a:t>tincidunt</a:t>
            </a:r>
            <a:r>
              <a:rPr lang="en-US" dirty="0"/>
              <a:t> </a:t>
            </a:r>
            <a:r>
              <a:rPr lang="en-US" dirty="0" err="1"/>
              <a:t>congue</a:t>
            </a:r>
            <a:r>
              <a:rPr lang="en-US" dirty="0"/>
              <a:t> sit </a:t>
            </a:r>
            <a:r>
              <a:rPr lang="en-US" dirty="0" err="1"/>
              <a:t>amet</a:t>
            </a:r>
            <a:r>
              <a:rPr lang="en-US" dirty="0"/>
              <a:t> ac </a:t>
            </a:r>
            <a:r>
              <a:rPr lang="en-US" dirty="0" err="1"/>
              <a:t>orci</a:t>
            </a:r>
            <a:r>
              <a:rPr lang="en-US" dirty="0"/>
              <a:t>. Donec </a:t>
            </a:r>
            <a:r>
              <a:rPr lang="en-US" dirty="0" err="1"/>
              <a:t>vulputate</a:t>
            </a:r>
            <a:r>
              <a:rPr lang="en-US" dirty="0"/>
              <a:t> </a:t>
            </a:r>
            <a:r>
              <a:rPr lang="en-US" dirty="0" err="1"/>
              <a:t>condimentum</a:t>
            </a:r>
            <a:endParaRPr lang="en-US" dirty="0"/>
          </a:p>
        </p:txBody>
      </p:sp>
      <p:sp>
        <p:nvSpPr>
          <p:cNvPr id="6" name="Text Placeholder 25">
            <a:extLst>
              <a:ext uri="{FF2B5EF4-FFF2-40B4-BE49-F238E27FC236}">
                <a16:creationId xmlns:a16="http://schemas.microsoft.com/office/drawing/2014/main" id="{E45B7AE5-B4D9-43F5-4F01-11483284B845}"/>
              </a:ext>
            </a:extLst>
          </p:cNvPr>
          <p:cNvSpPr>
            <a:spLocks noGrp="1"/>
          </p:cNvSpPr>
          <p:nvPr>
            <p:ph type="body" sz="quarter" idx="48" hasCustomPrompt="1"/>
          </p:nvPr>
        </p:nvSpPr>
        <p:spPr>
          <a:xfrm>
            <a:off x="8015654" y="16170275"/>
            <a:ext cx="5928945" cy="577849"/>
          </a:xfrm>
          <a:prstGeom prst="rect">
            <a:avLst/>
          </a:prstGeom>
        </p:spPr>
        <p:txBody>
          <a:bodyPr/>
          <a:lstStyle>
            <a:lvl1pPr marL="0" indent="0">
              <a:buNone/>
              <a:defRPr sz="4000">
                <a:solidFill>
                  <a:schemeClr val="tx2"/>
                </a:solidFill>
                <a:latin typeface="+mj-lt"/>
              </a:defRPr>
            </a:lvl1pPr>
            <a:lvl2pPr marL="1097280" indent="0">
              <a:buNone/>
              <a:defRPr sz="4000">
                <a:solidFill>
                  <a:schemeClr val="tx2"/>
                </a:solidFill>
                <a:latin typeface="+mj-lt"/>
              </a:defRPr>
            </a:lvl2pPr>
            <a:lvl3pPr marL="2194560" indent="0">
              <a:buNone/>
              <a:defRPr sz="4000">
                <a:solidFill>
                  <a:schemeClr val="tx2"/>
                </a:solidFill>
                <a:latin typeface="+mj-lt"/>
              </a:defRPr>
            </a:lvl3pPr>
            <a:lvl4pPr marL="3291840" indent="0">
              <a:buNone/>
              <a:defRPr sz="4000">
                <a:solidFill>
                  <a:schemeClr val="tx2"/>
                </a:solidFill>
                <a:latin typeface="+mj-lt"/>
              </a:defRPr>
            </a:lvl4pPr>
            <a:lvl5pPr marL="4389120" indent="0">
              <a:buNone/>
              <a:defRPr sz="4000">
                <a:solidFill>
                  <a:schemeClr val="tx2"/>
                </a:solidFill>
                <a:latin typeface="+mj-lt"/>
              </a:defRPr>
            </a:lvl5pPr>
          </a:lstStyle>
          <a:p>
            <a:pPr lvl="0"/>
            <a:r>
              <a:rPr lang="en-US" dirty="0"/>
              <a:t>SECTION HEADER</a:t>
            </a:r>
          </a:p>
        </p:txBody>
      </p:sp>
      <p:sp>
        <p:nvSpPr>
          <p:cNvPr id="11" name="Text Placeholder 17">
            <a:extLst>
              <a:ext uri="{FF2B5EF4-FFF2-40B4-BE49-F238E27FC236}">
                <a16:creationId xmlns:a16="http://schemas.microsoft.com/office/drawing/2014/main" id="{65AC8CF6-F7F8-FE46-244E-102985BEA122}"/>
              </a:ext>
            </a:extLst>
          </p:cNvPr>
          <p:cNvSpPr>
            <a:spLocks noGrp="1"/>
          </p:cNvSpPr>
          <p:nvPr>
            <p:ph type="body" sz="quarter" idx="53" hasCustomPrompt="1"/>
          </p:nvPr>
        </p:nvSpPr>
        <p:spPr>
          <a:xfrm>
            <a:off x="8006555" y="17324098"/>
            <a:ext cx="5829300" cy="946150"/>
          </a:xfrm>
        </p:spPr>
        <p:txBody>
          <a:bodyPr>
            <a:noAutofit/>
          </a:bodyPr>
          <a:lstStyle>
            <a:lvl1pPr marL="0" indent="0">
              <a:buNone/>
              <a:defRPr sz="1800"/>
            </a:lvl1pPr>
            <a:lvl2pP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Duis vel </a:t>
            </a:r>
            <a:r>
              <a:rPr lang="en-US" dirty="0" err="1"/>
              <a:t>massa</a:t>
            </a:r>
            <a:r>
              <a:rPr lang="en-US" dirty="0"/>
              <a:t> </a:t>
            </a:r>
            <a:r>
              <a:rPr lang="en-US" dirty="0" err="1"/>
              <a:t>eu</a:t>
            </a:r>
            <a:r>
              <a:rPr lang="en-US" dirty="0"/>
              <a:t> ipsum </a:t>
            </a:r>
            <a:r>
              <a:rPr lang="en-US" dirty="0" err="1"/>
              <a:t>tincidunt</a:t>
            </a:r>
            <a:r>
              <a:rPr lang="en-US" dirty="0"/>
              <a:t> </a:t>
            </a:r>
            <a:r>
              <a:rPr lang="en-US" dirty="0" err="1"/>
              <a:t>congue</a:t>
            </a:r>
            <a:r>
              <a:rPr lang="en-US" dirty="0"/>
              <a:t> sit </a:t>
            </a:r>
            <a:r>
              <a:rPr lang="en-US" dirty="0" err="1"/>
              <a:t>amet</a:t>
            </a:r>
            <a:r>
              <a:rPr lang="en-US" dirty="0"/>
              <a:t> ac </a:t>
            </a:r>
            <a:r>
              <a:rPr lang="en-US" dirty="0" err="1"/>
              <a:t>orci</a:t>
            </a:r>
            <a:r>
              <a:rPr lang="en-US" dirty="0"/>
              <a:t>. Donec</a:t>
            </a:r>
          </a:p>
        </p:txBody>
      </p:sp>
      <p:sp>
        <p:nvSpPr>
          <p:cNvPr id="12" name="Text Placeholder 17">
            <a:extLst>
              <a:ext uri="{FF2B5EF4-FFF2-40B4-BE49-F238E27FC236}">
                <a16:creationId xmlns:a16="http://schemas.microsoft.com/office/drawing/2014/main" id="{DA1E8A01-A0BF-3968-1D37-C84A0317454A}"/>
              </a:ext>
            </a:extLst>
          </p:cNvPr>
          <p:cNvSpPr>
            <a:spLocks noGrp="1"/>
          </p:cNvSpPr>
          <p:nvPr>
            <p:ph type="body" sz="quarter" idx="54" hasCustomPrompt="1"/>
          </p:nvPr>
        </p:nvSpPr>
        <p:spPr>
          <a:xfrm>
            <a:off x="8006556" y="18467510"/>
            <a:ext cx="5809825" cy="4563940"/>
          </a:xfrm>
        </p:spPr>
        <p:txBody>
          <a:bodyPr>
            <a:noAutofit/>
          </a:bodyPr>
          <a:lstStyle>
            <a:lvl1pPr marL="285750" indent="-285750">
              <a:buFont typeface="Arial" panose="020B0604020202020204" pitchFamily="34" charset="0"/>
              <a:buChar char="•"/>
              <a:defRPr sz="1800"/>
            </a:lvl1pPr>
            <a:lvl2pP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Duis vel </a:t>
            </a:r>
            <a:r>
              <a:rPr lang="en-US" dirty="0" err="1"/>
              <a:t>massa</a:t>
            </a:r>
            <a:r>
              <a:rPr lang="en-US" dirty="0"/>
              <a:t> </a:t>
            </a:r>
            <a:r>
              <a:rPr lang="en-US" dirty="0" err="1"/>
              <a:t>eu</a:t>
            </a:r>
            <a:r>
              <a:rPr lang="en-US" dirty="0"/>
              <a:t> ipsum </a:t>
            </a:r>
            <a:r>
              <a:rPr lang="en-US" dirty="0" err="1"/>
              <a:t>tincidunt</a:t>
            </a:r>
            <a:r>
              <a:rPr lang="en-US" dirty="0"/>
              <a:t> </a:t>
            </a:r>
            <a:r>
              <a:rPr lang="en-US" dirty="0" err="1"/>
              <a:t>congue</a:t>
            </a:r>
            <a:r>
              <a:rPr lang="en-US" dirty="0"/>
              <a:t> sit </a:t>
            </a:r>
            <a:r>
              <a:rPr lang="en-US" dirty="0" err="1"/>
              <a:t>amet</a:t>
            </a:r>
            <a:r>
              <a:rPr lang="en-US" dirty="0"/>
              <a:t> ac </a:t>
            </a:r>
            <a:r>
              <a:rPr lang="en-US" dirty="0" err="1"/>
              <a:t>orci</a:t>
            </a:r>
            <a:r>
              <a:rPr lang="en-US" dirty="0"/>
              <a:t>. Donec</a:t>
            </a:r>
          </a:p>
        </p:txBody>
      </p:sp>
      <p:sp>
        <p:nvSpPr>
          <p:cNvPr id="26" name="Text Placeholder 38">
            <a:extLst>
              <a:ext uri="{FF2B5EF4-FFF2-40B4-BE49-F238E27FC236}">
                <a16:creationId xmlns:a16="http://schemas.microsoft.com/office/drawing/2014/main" id="{2AD14CD3-CC8A-ED17-DE0A-8BC17A4BB6E8}"/>
              </a:ext>
            </a:extLst>
          </p:cNvPr>
          <p:cNvSpPr>
            <a:spLocks noGrp="1"/>
          </p:cNvSpPr>
          <p:nvPr>
            <p:ph type="body" sz="quarter" idx="61" hasCustomPrompt="1"/>
          </p:nvPr>
        </p:nvSpPr>
        <p:spPr>
          <a:xfrm>
            <a:off x="8026029" y="23807738"/>
            <a:ext cx="5899094" cy="576262"/>
          </a:xfrm>
        </p:spPr>
        <p:txBody>
          <a:bodyPr/>
          <a:lstStyle>
            <a:lvl1pPr marL="0" indent="0" algn="ctr">
              <a:buNone/>
              <a:defRPr>
                <a:solidFill>
                  <a:schemeClr val="tx2"/>
                </a:solidFill>
                <a:latin typeface="Uni Sans Book" panose="00000500000000000000" pitchFamily="50" charset="0"/>
              </a:defRPr>
            </a:lvl1pPr>
          </a:lstStyle>
          <a:p>
            <a:pPr lvl="0"/>
            <a:r>
              <a:rPr lang="en-US" dirty="0"/>
              <a:t>CHART TITLE</a:t>
            </a:r>
          </a:p>
        </p:txBody>
      </p:sp>
      <p:sp>
        <p:nvSpPr>
          <p:cNvPr id="35" name="Text Placeholder 54">
            <a:extLst>
              <a:ext uri="{FF2B5EF4-FFF2-40B4-BE49-F238E27FC236}">
                <a16:creationId xmlns:a16="http://schemas.microsoft.com/office/drawing/2014/main" id="{57858A04-198D-38A3-311C-D02DAC1AF622}"/>
              </a:ext>
            </a:extLst>
          </p:cNvPr>
          <p:cNvSpPr>
            <a:spLocks noGrp="1"/>
          </p:cNvSpPr>
          <p:nvPr>
            <p:ph type="body" sz="quarter" idx="67" hasCustomPrompt="1"/>
          </p:nvPr>
        </p:nvSpPr>
        <p:spPr>
          <a:xfrm>
            <a:off x="8005991" y="27739150"/>
            <a:ext cx="2966809" cy="354012"/>
          </a:xfrm>
        </p:spPr>
        <p:txBody>
          <a:bodyPr>
            <a:noAutofit/>
          </a:bodyPr>
          <a:lstStyle>
            <a:lvl1pPr marL="0" indent="0" algn="ctr">
              <a:buNone/>
              <a:defRPr sz="1800">
                <a:solidFill>
                  <a:schemeClr val="tx2"/>
                </a:solidFill>
                <a:latin typeface="Uni Sans Book" panose="00000500000000000000" pitchFamily="50" charset="0"/>
              </a:defRPr>
            </a:lvl1pPr>
          </a:lstStyle>
          <a:p>
            <a:pPr lvl="0"/>
            <a:r>
              <a:rPr lang="en-US" dirty="0"/>
              <a:t>CHART AXIS LABEL</a:t>
            </a:r>
          </a:p>
        </p:txBody>
      </p:sp>
      <p:sp>
        <p:nvSpPr>
          <p:cNvPr id="33" name="Chart Placeholder 56">
            <a:extLst>
              <a:ext uri="{FF2B5EF4-FFF2-40B4-BE49-F238E27FC236}">
                <a16:creationId xmlns:a16="http://schemas.microsoft.com/office/drawing/2014/main" id="{B5195A7A-BFD3-0FB4-A879-8C93AC126732}"/>
              </a:ext>
            </a:extLst>
          </p:cNvPr>
          <p:cNvSpPr>
            <a:spLocks noGrp="1"/>
          </p:cNvSpPr>
          <p:nvPr>
            <p:ph type="chart" sz="quarter" idx="43"/>
          </p:nvPr>
        </p:nvSpPr>
        <p:spPr>
          <a:xfrm>
            <a:off x="8029556" y="24418525"/>
            <a:ext cx="2943208" cy="3311922"/>
          </a:xfrm>
          <a:prstGeom prst="rect">
            <a:avLst/>
          </a:prstGeom>
          <a:solidFill>
            <a:schemeClr val="accent3">
              <a:lumMod val="95000"/>
            </a:schemeClr>
          </a:solidFill>
        </p:spPr>
        <p:txBody>
          <a:bodyPr/>
          <a:lstStyle>
            <a:lvl1pPr>
              <a:defRPr sz="4800"/>
            </a:lvl1pPr>
          </a:lstStyle>
          <a:p>
            <a:endParaRPr lang="en-US"/>
          </a:p>
        </p:txBody>
      </p:sp>
      <p:sp>
        <p:nvSpPr>
          <p:cNvPr id="36" name="Text Placeholder 54">
            <a:extLst>
              <a:ext uri="{FF2B5EF4-FFF2-40B4-BE49-F238E27FC236}">
                <a16:creationId xmlns:a16="http://schemas.microsoft.com/office/drawing/2014/main" id="{C53D7DD7-8094-D8F1-C48C-9753AB2EBB37}"/>
              </a:ext>
            </a:extLst>
          </p:cNvPr>
          <p:cNvSpPr>
            <a:spLocks noGrp="1"/>
          </p:cNvSpPr>
          <p:nvPr>
            <p:ph type="body" sz="quarter" idx="68" hasCustomPrompt="1"/>
          </p:nvPr>
        </p:nvSpPr>
        <p:spPr>
          <a:xfrm>
            <a:off x="10968689" y="27739150"/>
            <a:ext cx="2966809" cy="354012"/>
          </a:xfrm>
        </p:spPr>
        <p:txBody>
          <a:bodyPr>
            <a:noAutofit/>
          </a:bodyPr>
          <a:lstStyle>
            <a:lvl1pPr marL="0" indent="0" algn="ctr">
              <a:buNone/>
              <a:defRPr sz="1800">
                <a:solidFill>
                  <a:schemeClr val="tx2"/>
                </a:solidFill>
                <a:latin typeface="Uni Sans Book" panose="00000500000000000000" pitchFamily="50" charset="0"/>
              </a:defRPr>
            </a:lvl1pPr>
          </a:lstStyle>
          <a:p>
            <a:pPr lvl="0"/>
            <a:r>
              <a:rPr lang="en-US" dirty="0"/>
              <a:t>CHART AXIS LABEL</a:t>
            </a:r>
          </a:p>
        </p:txBody>
      </p:sp>
      <p:sp>
        <p:nvSpPr>
          <p:cNvPr id="34" name="Chart Placeholder 56">
            <a:extLst>
              <a:ext uri="{FF2B5EF4-FFF2-40B4-BE49-F238E27FC236}">
                <a16:creationId xmlns:a16="http://schemas.microsoft.com/office/drawing/2014/main" id="{DDDA2AA0-06BB-5257-F736-3072D176A927}"/>
              </a:ext>
            </a:extLst>
          </p:cNvPr>
          <p:cNvSpPr>
            <a:spLocks noGrp="1"/>
          </p:cNvSpPr>
          <p:nvPr>
            <p:ph type="chart" sz="quarter" idx="44"/>
          </p:nvPr>
        </p:nvSpPr>
        <p:spPr>
          <a:xfrm>
            <a:off x="10989469" y="24418525"/>
            <a:ext cx="2926502" cy="3311922"/>
          </a:xfrm>
          <a:prstGeom prst="rect">
            <a:avLst/>
          </a:prstGeom>
          <a:solidFill>
            <a:schemeClr val="accent3">
              <a:lumMod val="95000"/>
            </a:schemeClr>
          </a:solidFill>
        </p:spPr>
        <p:txBody>
          <a:bodyPr/>
          <a:lstStyle>
            <a:lvl1pPr>
              <a:defRPr sz="4800"/>
            </a:lvl1pPr>
          </a:lstStyle>
          <a:p>
            <a:endParaRPr lang="en-US" dirty="0"/>
          </a:p>
        </p:txBody>
      </p:sp>
      <p:sp>
        <p:nvSpPr>
          <p:cNvPr id="39" name="Text Placeholder 54">
            <a:extLst>
              <a:ext uri="{FF2B5EF4-FFF2-40B4-BE49-F238E27FC236}">
                <a16:creationId xmlns:a16="http://schemas.microsoft.com/office/drawing/2014/main" id="{81F69A9E-4C8E-A391-EB1C-E7C8FE9E9FFA}"/>
              </a:ext>
            </a:extLst>
          </p:cNvPr>
          <p:cNvSpPr>
            <a:spLocks noGrp="1"/>
          </p:cNvSpPr>
          <p:nvPr>
            <p:ph type="body" sz="quarter" idx="71" hasCustomPrompt="1"/>
          </p:nvPr>
        </p:nvSpPr>
        <p:spPr>
          <a:xfrm>
            <a:off x="8005991" y="31413787"/>
            <a:ext cx="2966809" cy="354012"/>
          </a:xfrm>
        </p:spPr>
        <p:txBody>
          <a:bodyPr>
            <a:noAutofit/>
          </a:bodyPr>
          <a:lstStyle>
            <a:lvl1pPr marL="0" indent="0" algn="ctr">
              <a:buNone/>
              <a:defRPr sz="1800">
                <a:solidFill>
                  <a:schemeClr val="tx2"/>
                </a:solidFill>
                <a:latin typeface="Uni Sans Book" panose="00000500000000000000" pitchFamily="50" charset="0"/>
              </a:defRPr>
            </a:lvl1pPr>
          </a:lstStyle>
          <a:p>
            <a:pPr lvl="0"/>
            <a:r>
              <a:rPr lang="en-US" dirty="0"/>
              <a:t>CHART AXIS LABEL</a:t>
            </a:r>
          </a:p>
        </p:txBody>
      </p:sp>
      <p:sp>
        <p:nvSpPr>
          <p:cNvPr id="37" name="Chart Placeholder 56">
            <a:extLst>
              <a:ext uri="{FF2B5EF4-FFF2-40B4-BE49-F238E27FC236}">
                <a16:creationId xmlns:a16="http://schemas.microsoft.com/office/drawing/2014/main" id="{585DD6A7-862A-F749-6118-1098A3E67C53}"/>
              </a:ext>
            </a:extLst>
          </p:cNvPr>
          <p:cNvSpPr>
            <a:spLocks noGrp="1"/>
          </p:cNvSpPr>
          <p:nvPr>
            <p:ph type="chart" sz="quarter" idx="69"/>
          </p:nvPr>
        </p:nvSpPr>
        <p:spPr>
          <a:xfrm>
            <a:off x="8029556" y="28093162"/>
            <a:ext cx="2943208" cy="3311922"/>
          </a:xfrm>
          <a:prstGeom prst="rect">
            <a:avLst/>
          </a:prstGeom>
          <a:solidFill>
            <a:schemeClr val="accent3">
              <a:lumMod val="95000"/>
            </a:schemeClr>
          </a:solidFill>
        </p:spPr>
        <p:txBody>
          <a:bodyPr/>
          <a:lstStyle>
            <a:lvl1pPr>
              <a:defRPr sz="4800"/>
            </a:lvl1pPr>
          </a:lstStyle>
          <a:p>
            <a:endParaRPr lang="en-US"/>
          </a:p>
        </p:txBody>
      </p:sp>
      <p:sp>
        <p:nvSpPr>
          <p:cNvPr id="40" name="Text Placeholder 54">
            <a:extLst>
              <a:ext uri="{FF2B5EF4-FFF2-40B4-BE49-F238E27FC236}">
                <a16:creationId xmlns:a16="http://schemas.microsoft.com/office/drawing/2014/main" id="{45459B19-7D55-12D0-82F5-1899380FF2B9}"/>
              </a:ext>
            </a:extLst>
          </p:cNvPr>
          <p:cNvSpPr>
            <a:spLocks noGrp="1"/>
          </p:cNvSpPr>
          <p:nvPr>
            <p:ph type="body" sz="quarter" idx="72" hasCustomPrompt="1"/>
          </p:nvPr>
        </p:nvSpPr>
        <p:spPr>
          <a:xfrm>
            <a:off x="10968689" y="31413787"/>
            <a:ext cx="2966809" cy="354012"/>
          </a:xfrm>
        </p:spPr>
        <p:txBody>
          <a:bodyPr>
            <a:noAutofit/>
          </a:bodyPr>
          <a:lstStyle>
            <a:lvl1pPr marL="0" indent="0" algn="ctr">
              <a:buNone/>
              <a:defRPr sz="1800">
                <a:solidFill>
                  <a:schemeClr val="tx2"/>
                </a:solidFill>
                <a:latin typeface="Uni Sans Book" panose="00000500000000000000" pitchFamily="50" charset="0"/>
              </a:defRPr>
            </a:lvl1pPr>
          </a:lstStyle>
          <a:p>
            <a:pPr lvl="0"/>
            <a:r>
              <a:rPr lang="en-US" dirty="0"/>
              <a:t>CHART AXIS LABEL</a:t>
            </a:r>
          </a:p>
        </p:txBody>
      </p:sp>
      <p:sp>
        <p:nvSpPr>
          <p:cNvPr id="38" name="Chart Placeholder 56">
            <a:extLst>
              <a:ext uri="{FF2B5EF4-FFF2-40B4-BE49-F238E27FC236}">
                <a16:creationId xmlns:a16="http://schemas.microsoft.com/office/drawing/2014/main" id="{52090A6A-FE82-5CC4-B526-1E4F4A059555}"/>
              </a:ext>
            </a:extLst>
          </p:cNvPr>
          <p:cNvSpPr>
            <a:spLocks noGrp="1"/>
          </p:cNvSpPr>
          <p:nvPr>
            <p:ph type="chart" sz="quarter" idx="70"/>
          </p:nvPr>
        </p:nvSpPr>
        <p:spPr>
          <a:xfrm>
            <a:off x="10989469" y="28093162"/>
            <a:ext cx="2926502" cy="3311922"/>
          </a:xfrm>
          <a:prstGeom prst="rect">
            <a:avLst/>
          </a:prstGeom>
          <a:solidFill>
            <a:schemeClr val="accent3">
              <a:lumMod val="95000"/>
            </a:schemeClr>
          </a:solidFill>
        </p:spPr>
        <p:txBody>
          <a:bodyPr/>
          <a:lstStyle>
            <a:lvl1pPr>
              <a:defRPr sz="4800"/>
            </a:lvl1pPr>
          </a:lstStyle>
          <a:p>
            <a:endParaRPr lang="en-US"/>
          </a:p>
        </p:txBody>
      </p:sp>
      <p:sp>
        <p:nvSpPr>
          <p:cNvPr id="5" name="Text Placeholder 25">
            <a:extLst>
              <a:ext uri="{FF2B5EF4-FFF2-40B4-BE49-F238E27FC236}">
                <a16:creationId xmlns:a16="http://schemas.microsoft.com/office/drawing/2014/main" id="{B5F39BFE-7880-4CFA-5B86-0E0BCF39ECC7}"/>
              </a:ext>
            </a:extLst>
          </p:cNvPr>
          <p:cNvSpPr>
            <a:spLocks noGrp="1"/>
          </p:cNvSpPr>
          <p:nvPr>
            <p:ph type="body" sz="quarter" idx="47" hasCustomPrompt="1"/>
          </p:nvPr>
        </p:nvSpPr>
        <p:spPr>
          <a:xfrm>
            <a:off x="14744700" y="7619062"/>
            <a:ext cx="5829300" cy="577849"/>
          </a:xfrm>
          <a:prstGeom prst="rect">
            <a:avLst/>
          </a:prstGeom>
        </p:spPr>
        <p:txBody>
          <a:bodyPr/>
          <a:lstStyle>
            <a:lvl1pPr marL="0" indent="0">
              <a:buNone/>
              <a:defRPr sz="4000">
                <a:solidFill>
                  <a:schemeClr val="tx2"/>
                </a:solidFill>
                <a:latin typeface="+mj-lt"/>
              </a:defRPr>
            </a:lvl1pPr>
            <a:lvl2pPr marL="1097280" indent="0">
              <a:buNone/>
              <a:defRPr sz="4000">
                <a:solidFill>
                  <a:schemeClr val="tx2"/>
                </a:solidFill>
                <a:latin typeface="+mj-lt"/>
              </a:defRPr>
            </a:lvl2pPr>
            <a:lvl3pPr marL="2194560" indent="0">
              <a:buNone/>
              <a:defRPr sz="4000">
                <a:solidFill>
                  <a:schemeClr val="tx2"/>
                </a:solidFill>
                <a:latin typeface="+mj-lt"/>
              </a:defRPr>
            </a:lvl3pPr>
            <a:lvl4pPr marL="3291840" indent="0">
              <a:buNone/>
              <a:defRPr sz="4000">
                <a:solidFill>
                  <a:schemeClr val="tx2"/>
                </a:solidFill>
                <a:latin typeface="+mj-lt"/>
              </a:defRPr>
            </a:lvl4pPr>
            <a:lvl5pPr marL="4389120" indent="0">
              <a:buNone/>
              <a:defRPr sz="4000">
                <a:solidFill>
                  <a:schemeClr val="tx2"/>
                </a:solidFill>
                <a:latin typeface="+mj-lt"/>
              </a:defRPr>
            </a:lvl5pPr>
          </a:lstStyle>
          <a:p>
            <a:pPr lvl="0"/>
            <a:r>
              <a:rPr lang="en-US" dirty="0"/>
              <a:t>SECTION HEADER</a:t>
            </a:r>
          </a:p>
        </p:txBody>
      </p:sp>
      <p:sp>
        <p:nvSpPr>
          <p:cNvPr id="9" name="Text Placeholder 17">
            <a:extLst>
              <a:ext uri="{FF2B5EF4-FFF2-40B4-BE49-F238E27FC236}">
                <a16:creationId xmlns:a16="http://schemas.microsoft.com/office/drawing/2014/main" id="{135003E1-BD0C-90E4-931B-8FF586C8B804}"/>
              </a:ext>
            </a:extLst>
          </p:cNvPr>
          <p:cNvSpPr>
            <a:spLocks noGrp="1"/>
          </p:cNvSpPr>
          <p:nvPr>
            <p:ph type="body" sz="quarter" idx="51" hasCustomPrompt="1"/>
          </p:nvPr>
        </p:nvSpPr>
        <p:spPr>
          <a:xfrm>
            <a:off x="14750254" y="8656348"/>
            <a:ext cx="5829300" cy="946150"/>
          </a:xfrm>
        </p:spPr>
        <p:txBody>
          <a:bodyPr>
            <a:noAutofit/>
          </a:bodyPr>
          <a:lstStyle>
            <a:lvl1pPr marL="0" indent="0">
              <a:buNone/>
              <a:defRPr sz="1800"/>
            </a:lvl1pPr>
            <a:lvl2pP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Duis vel </a:t>
            </a:r>
            <a:r>
              <a:rPr lang="en-US" dirty="0" err="1"/>
              <a:t>massa</a:t>
            </a:r>
            <a:r>
              <a:rPr lang="en-US" dirty="0"/>
              <a:t> </a:t>
            </a:r>
            <a:r>
              <a:rPr lang="en-US" dirty="0" err="1"/>
              <a:t>eu</a:t>
            </a:r>
            <a:r>
              <a:rPr lang="en-US" dirty="0"/>
              <a:t> ipsum </a:t>
            </a:r>
            <a:r>
              <a:rPr lang="en-US" dirty="0" err="1"/>
              <a:t>tincidunt</a:t>
            </a:r>
            <a:r>
              <a:rPr lang="en-US" dirty="0"/>
              <a:t> </a:t>
            </a:r>
            <a:r>
              <a:rPr lang="en-US" dirty="0" err="1"/>
              <a:t>congue</a:t>
            </a:r>
            <a:r>
              <a:rPr lang="en-US" dirty="0"/>
              <a:t> sit </a:t>
            </a:r>
            <a:r>
              <a:rPr lang="en-US" dirty="0" err="1"/>
              <a:t>amet</a:t>
            </a:r>
            <a:r>
              <a:rPr lang="en-US" dirty="0"/>
              <a:t> ac </a:t>
            </a:r>
            <a:r>
              <a:rPr lang="en-US" dirty="0" err="1"/>
              <a:t>orci</a:t>
            </a:r>
            <a:r>
              <a:rPr lang="en-US" dirty="0"/>
              <a:t>. Donec</a:t>
            </a:r>
          </a:p>
        </p:txBody>
      </p:sp>
      <p:sp>
        <p:nvSpPr>
          <p:cNvPr id="10" name="Text Placeholder 17">
            <a:extLst>
              <a:ext uri="{FF2B5EF4-FFF2-40B4-BE49-F238E27FC236}">
                <a16:creationId xmlns:a16="http://schemas.microsoft.com/office/drawing/2014/main" id="{2316AAB3-86F7-D1E3-75AF-012259D32152}"/>
              </a:ext>
            </a:extLst>
          </p:cNvPr>
          <p:cNvSpPr>
            <a:spLocks noGrp="1"/>
          </p:cNvSpPr>
          <p:nvPr>
            <p:ph type="body" sz="quarter" idx="52" hasCustomPrompt="1"/>
          </p:nvPr>
        </p:nvSpPr>
        <p:spPr>
          <a:xfrm>
            <a:off x="14750255" y="9799760"/>
            <a:ext cx="5809825" cy="4127087"/>
          </a:xfrm>
        </p:spPr>
        <p:txBody>
          <a:bodyPr>
            <a:noAutofit/>
          </a:bodyPr>
          <a:lstStyle>
            <a:lvl1pPr marL="285750" indent="-285750">
              <a:buFont typeface="Arial" panose="020B0604020202020204" pitchFamily="34" charset="0"/>
              <a:buChar char="•"/>
              <a:defRPr sz="1800"/>
            </a:lvl1pPr>
            <a:lvl2pP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Duis vel </a:t>
            </a:r>
            <a:r>
              <a:rPr lang="en-US" dirty="0" err="1"/>
              <a:t>massa</a:t>
            </a:r>
            <a:r>
              <a:rPr lang="en-US" dirty="0"/>
              <a:t> </a:t>
            </a:r>
            <a:r>
              <a:rPr lang="en-US" dirty="0" err="1"/>
              <a:t>eu</a:t>
            </a:r>
            <a:r>
              <a:rPr lang="en-US" dirty="0"/>
              <a:t> ipsum </a:t>
            </a:r>
            <a:r>
              <a:rPr lang="en-US" dirty="0" err="1"/>
              <a:t>tincidunt</a:t>
            </a:r>
            <a:r>
              <a:rPr lang="en-US" dirty="0"/>
              <a:t> </a:t>
            </a:r>
            <a:r>
              <a:rPr lang="en-US" dirty="0" err="1"/>
              <a:t>congue</a:t>
            </a:r>
            <a:r>
              <a:rPr lang="en-US" dirty="0"/>
              <a:t> sit </a:t>
            </a:r>
            <a:r>
              <a:rPr lang="en-US" dirty="0" err="1"/>
              <a:t>amet</a:t>
            </a:r>
            <a:r>
              <a:rPr lang="en-US" dirty="0"/>
              <a:t> ac </a:t>
            </a:r>
            <a:r>
              <a:rPr lang="en-US" dirty="0" err="1"/>
              <a:t>orci</a:t>
            </a:r>
            <a:r>
              <a:rPr lang="en-US" dirty="0"/>
              <a:t>. Donec</a:t>
            </a:r>
          </a:p>
        </p:txBody>
      </p:sp>
      <p:sp>
        <p:nvSpPr>
          <p:cNvPr id="25" name="Text Placeholder 38">
            <a:extLst>
              <a:ext uri="{FF2B5EF4-FFF2-40B4-BE49-F238E27FC236}">
                <a16:creationId xmlns:a16="http://schemas.microsoft.com/office/drawing/2014/main" id="{92A34F02-72AE-2E84-74A6-A24280D3B889}"/>
              </a:ext>
            </a:extLst>
          </p:cNvPr>
          <p:cNvSpPr>
            <a:spLocks noGrp="1"/>
          </p:cNvSpPr>
          <p:nvPr>
            <p:ph type="body" sz="quarter" idx="60" hasCustomPrompt="1"/>
          </p:nvPr>
        </p:nvSpPr>
        <p:spPr>
          <a:xfrm>
            <a:off x="14749830" y="14416088"/>
            <a:ext cx="5790351" cy="576262"/>
          </a:xfrm>
        </p:spPr>
        <p:txBody>
          <a:bodyPr/>
          <a:lstStyle>
            <a:lvl1pPr marL="0" indent="0" algn="ctr">
              <a:buNone/>
              <a:defRPr>
                <a:solidFill>
                  <a:schemeClr val="tx2"/>
                </a:solidFill>
                <a:latin typeface="Uni Sans Book" panose="00000500000000000000" pitchFamily="50" charset="0"/>
              </a:defRPr>
            </a:lvl1pPr>
          </a:lstStyle>
          <a:p>
            <a:pPr lvl="0"/>
            <a:r>
              <a:rPr lang="en-US" dirty="0"/>
              <a:t>CHART TITLE</a:t>
            </a:r>
          </a:p>
        </p:txBody>
      </p:sp>
      <p:sp>
        <p:nvSpPr>
          <p:cNvPr id="32" name="Text Placeholder 54">
            <a:extLst>
              <a:ext uri="{FF2B5EF4-FFF2-40B4-BE49-F238E27FC236}">
                <a16:creationId xmlns:a16="http://schemas.microsoft.com/office/drawing/2014/main" id="{687A1E32-F833-4A95-287B-35E2FC0B03F0}"/>
              </a:ext>
            </a:extLst>
          </p:cNvPr>
          <p:cNvSpPr>
            <a:spLocks noGrp="1"/>
          </p:cNvSpPr>
          <p:nvPr>
            <p:ph type="body" sz="quarter" idx="66" hasCustomPrompt="1"/>
          </p:nvPr>
        </p:nvSpPr>
        <p:spPr>
          <a:xfrm rot="16200000">
            <a:off x="12976731" y="16776248"/>
            <a:ext cx="3921809" cy="354012"/>
          </a:xfrm>
        </p:spPr>
        <p:txBody>
          <a:bodyPr>
            <a:noAutofit/>
          </a:bodyPr>
          <a:lstStyle>
            <a:lvl1pPr marL="0" indent="0" algn="ctr">
              <a:buNone/>
              <a:defRPr sz="1800">
                <a:solidFill>
                  <a:schemeClr val="tx2"/>
                </a:solidFill>
                <a:latin typeface="Uni Sans Book" panose="00000500000000000000" pitchFamily="50" charset="0"/>
              </a:defRPr>
            </a:lvl1pPr>
          </a:lstStyle>
          <a:p>
            <a:pPr lvl="0"/>
            <a:r>
              <a:rPr lang="en-US" dirty="0"/>
              <a:t>CHART AXIS LABEL</a:t>
            </a:r>
          </a:p>
        </p:txBody>
      </p:sp>
      <p:sp>
        <p:nvSpPr>
          <p:cNvPr id="31" name="Text Placeholder 54">
            <a:extLst>
              <a:ext uri="{FF2B5EF4-FFF2-40B4-BE49-F238E27FC236}">
                <a16:creationId xmlns:a16="http://schemas.microsoft.com/office/drawing/2014/main" id="{4148A62B-5C7A-45E1-CD43-1745481A9A3C}"/>
              </a:ext>
            </a:extLst>
          </p:cNvPr>
          <p:cNvSpPr>
            <a:spLocks noGrp="1"/>
          </p:cNvSpPr>
          <p:nvPr>
            <p:ph type="body" sz="quarter" idx="65" hasCustomPrompt="1"/>
          </p:nvPr>
        </p:nvSpPr>
        <p:spPr>
          <a:xfrm>
            <a:off x="14763460" y="18913475"/>
            <a:ext cx="5838631" cy="354012"/>
          </a:xfrm>
        </p:spPr>
        <p:txBody>
          <a:bodyPr>
            <a:noAutofit/>
          </a:bodyPr>
          <a:lstStyle>
            <a:lvl1pPr marL="0" indent="0" algn="ctr">
              <a:buNone/>
              <a:defRPr sz="1800">
                <a:solidFill>
                  <a:schemeClr val="tx2"/>
                </a:solidFill>
                <a:latin typeface="Uni Sans Book" panose="00000500000000000000" pitchFamily="50" charset="0"/>
              </a:defRPr>
            </a:lvl1pPr>
          </a:lstStyle>
          <a:p>
            <a:pPr lvl="0"/>
            <a:r>
              <a:rPr lang="en-US" dirty="0"/>
              <a:t>CHART AXIS LABEL</a:t>
            </a:r>
          </a:p>
        </p:txBody>
      </p:sp>
      <p:sp>
        <p:nvSpPr>
          <p:cNvPr id="30" name="Chart Placeholder 56">
            <a:extLst>
              <a:ext uri="{FF2B5EF4-FFF2-40B4-BE49-F238E27FC236}">
                <a16:creationId xmlns:a16="http://schemas.microsoft.com/office/drawing/2014/main" id="{8EAAA307-E66D-6D2A-72EC-9C487AE6FD1D}"/>
              </a:ext>
            </a:extLst>
          </p:cNvPr>
          <p:cNvSpPr>
            <a:spLocks noGrp="1"/>
          </p:cNvSpPr>
          <p:nvPr>
            <p:ph type="chart" sz="quarter" idx="64"/>
          </p:nvPr>
        </p:nvSpPr>
        <p:spPr>
          <a:xfrm>
            <a:off x="15117703" y="14992350"/>
            <a:ext cx="5484388" cy="3921125"/>
          </a:xfrm>
          <a:prstGeom prst="rect">
            <a:avLst/>
          </a:prstGeom>
          <a:solidFill>
            <a:schemeClr val="accent3">
              <a:lumMod val="95000"/>
            </a:schemeClr>
          </a:solidFill>
        </p:spPr>
        <p:txBody>
          <a:bodyPr/>
          <a:lstStyle>
            <a:lvl1pPr>
              <a:defRPr sz="4800"/>
            </a:lvl1pPr>
          </a:lstStyle>
          <a:p>
            <a:endParaRPr lang="en-US"/>
          </a:p>
        </p:txBody>
      </p:sp>
      <p:sp>
        <p:nvSpPr>
          <p:cNvPr id="45" name="Picture Placeholder 18">
            <a:extLst>
              <a:ext uri="{FF2B5EF4-FFF2-40B4-BE49-F238E27FC236}">
                <a16:creationId xmlns:a16="http://schemas.microsoft.com/office/drawing/2014/main" id="{64B201F0-35F2-A5C8-8AA9-511E04229139}"/>
              </a:ext>
            </a:extLst>
          </p:cNvPr>
          <p:cNvSpPr>
            <a:spLocks noGrp="1"/>
          </p:cNvSpPr>
          <p:nvPr>
            <p:ph type="pic" sz="quarter" idx="74" hasCustomPrompt="1"/>
          </p:nvPr>
        </p:nvSpPr>
        <p:spPr>
          <a:xfrm>
            <a:off x="14744700" y="19978978"/>
            <a:ext cx="5809826" cy="5444471"/>
          </a:xfrm>
          <a:prstGeom prst="rect">
            <a:avLst/>
          </a:prstGeom>
          <a:solidFill>
            <a:schemeClr val="accent3">
              <a:lumMod val="95000"/>
            </a:schemeClr>
          </a:solidFill>
        </p:spPr>
        <p:txBody>
          <a:bodyPr/>
          <a:lstStyle>
            <a:lvl1pPr>
              <a:defRPr sz="3200"/>
            </a:lvl1pPr>
          </a:lstStyle>
          <a:p>
            <a:pPr marL="548640" marR="0" lvl="0" indent="-548640" algn="l" defTabSz="2194560" rtl="0" eaLnBrk="1" fontAlgn="auto" latinLnBrk="0" hangingPunct="1">
              <a:lnSpc>
                <a:spcPct val="90000"/>
              </a:lnSpc>
              <a:spcBef>
                <a:spcPts val="2400"/>
              </a:spcBef>
              <a:spcAft>
                <a:spcPts val="0"/>
              </a:spcAft>
              <a:buClrTx/>
              <a:buSzTx/>
              <a:buFont typeface="Arial" panose="020B0604020202020204" pitchFamily="34" charset="0"/>
              <a:buChar char="•"/>
              <a:tabLst/>
              <a:defRPr/>
            </a:pPr>
            <a:r>
              <a:rPr lang="en-US" dirty="0"/>
              <a:t>Place image here and add alt text under Review &gt; Check Accessibility &gt; Alt Text</a:t>
            </a:r>
          </a:p>
          <a:p>
            <a:endParaRPr lang="en-US" dirty="0"/>
          </a:p>
        </p:txBody>
      </p:sp>
      <p:sp>
        <p:nvSpPr>
          <p:cNvPr id="46" name="Text Placeholder 15">
            <a:extLst>
              <a:ext uri="{FF2B5EF4-FFF2-40B4-BE49-F238E27FC236}">
                <a16:creationId xmlns:a16="http://schemas.microsoft.com/office/drawing/2014/main" id="{DCA07C6B-6406-FE3E-BBEC-8805A6B1233A}"/>
              </a:ext>
            </a:extLst>
          </p:cNvPr>
          <p:cNvSpPr>
            <a:spLocks noGrp="1"/>
          </p:cNvSpPr>
          <p:nvPr>
            <p:ph type="body" sz="quarter" idx="75" hasCustomPrompt="1"/>
          </p:nvPr>
        </p:nvSpPr>
        <p:spPr>
          <a:xfrm>
            <a:off x="14744701" y="25541874"/>
            <a:ext cx="5829299" cy="449262"/>
          </a:xfrm>
        </p:spPr>
        <p:txBody>
          <a:bodyPr>
            <a:noAutofit/>
          </a:bodyPr>
          <a:lstStyle>
            <a:lvl1pPr marL="0" indent="0">
              <a:buNone/>
              <a:defRPr sz="1200"/>
            </a:lvl1pPr>
            <a:lvl2pPr>
              <a:defRPr sz="1200"/>
            </a:lvl2pPr>
            <a:lvl3pPr>
              <a:defRPr sz="1200"/>
            </a:lvl3pPr>
            <a:lvl4pPr>
              <a:defRPr sz="1200"/>
            </a:lvl4pPr>
            <a:lvl5pPr>
              <a:defRPr sz="1200"/>
            </a:lvl5pPr>
          </a:lstStyle>
          <a:p>
            <a:pPr lvl="0"/>
            <a:r>
              <a:rPr lang="en-US" dirty="0"/>
              <a:t>Photo caption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Duis vel </a:t>
            </a:r>
            <a:r>
              <a:rPr lang="en-US" dirty="0" err="1"/>
              <a:t>massa</a:t>
            </a:r>
            <a:r>
              <a:rPr lang="en-US" dirty="0"/>
              <a:t> </a:t>
            </a:r>
            <a:r>
              <a:rPr lang="en-US" dirty="0" err="1"/>
              <a:t>eu</a:t>
            </a:r>
            <a:r>
              <a:rPr lang="en-US" dirty="0"/>
              <a:t> ipsum </a:t>
            </a:r>
            <a:r>
              <a:rPr lang="en-US" dirty="0" err="1"/>
              <a:t>tincidunt</a:t>
            </a:r>
            <a:r>
              <a:rPr lang="en-US" dirty="0"/>
              <a:t> </a:t>
            </a:r>
            <a:r>
              <a:rPr lang="en-US" dirty="0" err="1"/>
              <a:t>congue</a:t>
            </a:r>
            <a:r>
              <a:rPr lang="en-US" dirty="0"/>
              <a:t> sit.</a:t>
            </a:r>
          </a:p>
        </p:txBody>
      </p:sp>
      <p:sp>
        <p:nvSpPr>
          <p:cNvPr id="8" name="Text Placeholder 25">
            <a:extLst>
              <a:ext uri="{FF2B5EF4-FFF2-40B4-BE49-F238E27FC236}">
                <a16:creationId xmlns:a16="http://schemas.microsoft.com/office/drawing/2014/main" id="{81535374-FDCA-80A8-D1B0-E84EB9E639F4}"/>
              </a:ext>
            </a:extLst>
          </p:cNvPr>
          <p:cNvSpPr>
            <a:spLocks noGrp="1"/>
          </p:cNvSpPr>
          <p:nvPr>
            <p:ph type="body" sz="quarter" idx="50" hasCustomPrompt="1"/>
          </p:nvPr>
        </p:nvSpPr>
        <p:spPr>
          <a:xfrm>
            <a:off x="14744700" y="26781125"/>
            <a:ext cx="5829300" cy="577849"/>
          </a:xfrm>
          <a:prstGeom prst="rect">
            <a:avLst/>
          </a:prstGeom>
        </p:spPr>
        <p:txBody>
          <a:bodyPr/>
          <a:lstStyle>
            <a:lvl1pPr marL="0" indent="0">
              <a:buNone/>
              <a:defRPr sz="4000">
                <a:solidFill>
                  <a:schemeClr val="tx2"/>
                </a:solidFill>
                <a:latin typeface="+mj-lt"/>
              </a:defRPr>
            </a:lvl1pPr>
            <a:lvl2pPr marL="1097280" indent="0">
              <a:buNone/>
              <a:defRPr sz="4000">
                <a:solidFill>
                  <a:schemeClr val="tx2"/>
                </a:solidFill>
                <a:latin typeface="+mj-lt"/>
              </a:defRPr>
            </a:lvl2pPr>
            <a:lvl3pPr marL="2194560" indent="0">
              <a:buNone/>
              <a:defRPr sz="4000">
                <a:solidFill>
                  <a:schemeClr val="tx2"/>
                </a:solidFill>
                <a:latin typeface="+mj-lt"/>
              </a:defRPr>
            </a:lvl3pPr>
            <a:lvl4pPr marL="3291840" indent="0">
              <a:buNone/>
              <a:defRPr sz="4000">
                <a:solidFill>
                  <a:schemeClr val="tx2"/>
                </a:solidFill>
                <a:latin typeface="+mj-lt"/>
              </a:defRPr>
            </a:lvl4pPr>
            <a:lvl5pPr marL="4389120" indent="0">
              <a:buNone/>
              <a:defRPr sz="4000">
                <a:solidFill>
                  <a:schemeClr val="tx2"/>
                </a:solidFill>
                <a:latin typeface="+mj-lt"/>
              </a:defRPr>
            </a:lvl5pPr>
          </a:lstStyle>
          <a:p>
            <a:pPr lvl="0"/>
            <a:r>
              <a:rPr lang="en-US" dirty="0"/>
              <a:t>SECTION HEADER</a:t>
            </a:r>
          </a:p>
        </p:txBody>
      </p:sp>
      <p:sp>
        <p:nvSpPr>
          <p:cNvPr id="22" name="Text Placeholder 17">
            <a:extLst>
              <a:ext uri="{FF2B5EF4-FFF2-40B4-BE49-F238E27FC236}">
                <a16:creationId xmlns:a16="http://schemas.microsoft.com/office/drawing/2014/main" id="{4D2466F7-BF85-266C-634A-BB4ADE11D169}"/>
              </a:ext>
            </a:extLst>
          </p:cNvPr>
          <p:cNvSpPr>
            <a:spLocks noGrp="1"/>
          </p:cNvSpPr>
          <p:nvPr>
            <p:ph type="body" sz="quarter" idx="57" hasCustomPrompt="1"/>
          </p:nvPr>
        </p:nvSpPr>
        <p:spPr>
          <a:xfrm>
            <a:off x="14730780" y="27856511"/>
            <a:ext cx="5829300" cy="946150"/>
          </a:xfrm>
        </p:spPr>
        <p:txBody>
          <a:bodyPr>
            <a:noAutofit/>
          </a:bodyPr>
          <a:lstStyle>
            <a:lvl1pPr marL="0" indent="0">
              <a:buNone/>
              <a:defRPr sz="1800"/>
            </a:lvl1pPr>
            <a:lvl2pP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Duis vel </a:t>
            </a:r>
            <a:r>
              <a:rPr lang="en-US" dirty="0" err="1"/>
              <a:t>massa</a:t>
            </a:r>
            <a:r>
              <a:rPr lang="en-US" dirty="0"/>
              <a:t> </a:t>
            </a:r>
            <a:r>
              <a:rPr lang="en-US" dirty="0" err="1"/>
              <a:t>eu</a:t>
            </a:r>
            <a:r>
              <a:rPr lang="en-US" dirty="0"/>
              <a:t> ipsum </a:t>
            </a:r>
            <a:r>
              <a:rPr lang="en-US" dirty="0" err="1"/>
              <a:t>tincidunt</a:t>
            </a:r>
            <a:r>
              <a:rPr lang="en-US" dirty="0"/>
              <a:t> </a:t>
            </a:r>
            <a:r>
              <a:rPr lang="en-US" dirty="0" err="1"/>
              <a:t>congue</a:t>
            </a:r>
            <a:r>
              <a:rPr lang="en-US" dirty="0"/>
              <a:t> sit </a:t>
            </a:r>
            <a:r>
              <a:rPr lang="en-US" dirty="0" err="1"/>
              <a:t>amet</a:t>
            </a:r>
            <a:r>
              <a:rPr lang="en-US" dirty="0"/>
              <a:t> ac </a:t>
            </a:r>
            <a:r>
              <a:rPr lang="en-US" dirty="0" err="1"/>
              <a:t>orci</a:t>
            </a:r>
            <a:r>
              <a:rPr lang="en-US" dirty="0"/>
              <a:t>. Donec</a:t>
            </a:r>
          </a:p>
        </p:txBody>
      </p:sp>
      <p:sp>
        <p:nvSpPr>
          <p:cNvPr id="23" name="Text Placeholder 17">
            <a:extLst>
              <a:ext uri="{FF2B5EF4-FFF2-40B4-BE49-F238E27FC236}">
                <a16:creationId xmlns:a16="http://schemas.microsoft.com/office/drawing/2014/main" id="{2D920A2F-995B-EE12-F87A-9D3BA66A9083}"/>
              </a:ext>
            </a:extLst>
          </p:cNvPr>
          <p:cNvSpPr>
            <a:spLocks noGrp="1"/>
          </p:cNvSpPr>
          <p:nvPr>
            <p:ph type="body" sz="quarter" idx="58" hasCustomPrompt="1"/>
          </p:nvPr>
        </p:nvSpPr>
        <p:spPr>
          <a:xfrm>
            <a:off x="14730781" y="28999924"/>
            <a:ext cx="5809825" cy="2675262"/>
          </a:xfrm>
        </p:spPr>
        <p:txBody>
          <a:bodyPr>
            <a:noAutofit/>
          </a:bodyPr>
          <a:lstStyle>
            <a:lvl1pPr marL="285750" indent="-285750">
              <a:buFont typeface="Arial" panose="020B0604020202020204" pitchFamily="34" charset="0"/>
              <a:buChar char="•"/>
              <a:defRPr sz="1800"/>
            </a:lvl1pPr>
            <a:lvl2pP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Duis vel </a:t>
            </a:r>
            <a:r>
              <a:rPr lang="en-US" dirty="0" err="1"/>
              <a:t>massa</a:t>
            </a:r>
            <a:r>
              <a:rPr lang="en-US" dirty="0"/>
              <a:t> </a:t>
            </a:r>
            <a:r>
              <a:rPr lang="en-US" dirty="0" err="1"/>
              <a:t>eu</a:t>
            </a:r>
            <a:r>
              <a:rPr lang="en-US" dirty="0"/>
              <a:t> ipsum </a:t>
            </a:r>
            <a:r>
              <a:rPr lang="en-US" dirty="0" err="1"/>
              <a:t>tincidunt</a:t>
            </a:r>
            <a:r>
              <a:rPr lang="en-US" dirty="0"/>
              <a:t> </a:t>
            </a:r>
            <a:r>
              <a:rPr lang="en-US" dirty="0" err="1"/>
              <a:t>congue</a:t>
            </a:r>
            <a:r>
              <a:rPr lang="en-US" dirty="0"/>
              <a:t> sit </a:t>
            </a:r>
            <a:r>
              <a:rPr lang="en-US" dirty="0" err="1"/>
              <a:t>amet</a:t>
            </a:r>
            <a:r>
              <a:rPr lang="en-US" dirty="0"/>
              <a:t> ac </a:t>
            </a:r>
            <a:r>
              <a:rPr lang="en-US" dirty="0" err="1"/>
              <a:t>orci</a:t>
            </a:r>
            <a:r>
              <a:rPr lang="en-US" dirty="0"/>
              <a:t>. Donec</a:t>
            </a:r>
          </a:p>
        </p:txBody>
      </p:sp>
    </p:spTree>
    <p:extLst>
      <p:ext uri="{BB962C8B-B14F-4D97-AF65-F5344CB8AC3E}">
        <p14:creationId xmlns:p14="http://schemas.microsoft.com/office/powerpoint/2010/main" val="4239815422"/>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AD984EF-F468-39C7-FF26-3A99E120730D}"/>
              </a:ext>
            </a:extLst>
          </p:cNvPr>
          <p:cNvSpPr>
            <a:spLocks noGrp="1"/>
          </p:cNvSpPr>
          <p:nvPr>
            <p:ph type="title"/>
          </p:nvPr>
        </p:nvSpPr>
        <p:spPr>
          <a:xfrm>
            <a:off x="1508125" y="1752600"/>
            <a:ext cx="18929350" cy="63627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8E805987-E73C-73D1-D99D-931213988C30}"/>
              </a:ext>
            </a:extLst>
          </p:cNvPr>
          <p:cNvSpPr>
            <a:spLocks noGrp="1"/>
          </p:cNvSpPr>
          <p:nvPr>
            <p:ph type="body" idx="1"/>
          </p:nvPr>
        </p:nvSpPr>
        <p:spPr>
          <a:xfrm>
            <a:off x="1508125" y="8763000"/>
            <a:ext cx="18929350" cy="208867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769109359"/>
      </p:ext>
    </p:extLst>
  </p:cSld>
  <p:clrMap bg1="lt1" tx1="dk1" bg2="lt2" tx2="dk2" accent1="accent1" accent2="accent2" accent3="accent3" accent4="accent4" accent5="accent5" accent6="accent6" hlink="hlink" folHlink="folHlink"/>
  <p:sldLayoutIdLst>
    <p:sldLayoutId id="2147483661" r:id="rId1"/>
    <p:sldLayoutId id="2147483662" r:id="rId2"/>
  </p:sldLayoutIdLst>
  <p:txStyles>
    <p:titleStyle>
      <a:lvl1pPr algn="l" defTabSz="2194560" rtl="0" eaLnBrk="1" latinLnBrk="0" hangingPunct="1">
        <a:lnSpc>
          <a:spcPct val="90000"/>
        </a:lnSpc>
        <a:spcBef>
          <a:spcPct val="0"/>
        </a:spcBef>
        <a:buNone/>
        <a:defRPr sz="11500" kern="1200">
          <a:solidFill>
            <a:schemeClr val="bg2"/>
          </a:solidFill>
          <a:latin typeface="+mj-lt"/>
          <a:ea typeface="+mj-ea"/>
          <a:cs typeface="+mj-cs"/>
        </a:defRPr>
      </a:lvl1pPr>
    </p:titleStyle>
    <p:bodyStyle>
      <a:lvl1pPr marL="548640" indent="-548640" algn="l" defTabSz="2194560" rtl="0" eaLnBrk="1" latinLnBrk="0" hangingPunct="1">
        <a:lnSpc>
          <a:spcPct val="90000"/>
        </a:lnSpc>
        <a:spcBef>
          <a:spcPts val="2400"/>
        </a:spcBef>
        <a:buFont typeface="Arial" panose="020B0604020202020204" pitchFamily="34" charset="0"/>
        <a:buChar char="•"/>
        <a:defRPr sz="3000" kern="1200">
          <a:solidFill>
            <a:schemeClr val="tx1"/>
          </a:solidFill>
          <a:latin typeface="+mn-lt"/>
          <a:ea typeface="+mn-ea"/>
          <a:cs typeface="+mn-cs"/>
        </a:defRPr>
      </a:lvl1pPr>
      <a:lvl2pPr marL="1645920" indent="-548640" algn="l" defTabSz="2194560" rtl="0" eaLnBrk="1" latinLnBrk="0" hangingPunct="1">
        <a:lnSpc>
          <a:spcPct val="90000"/>
        </a:lnSpc>
        <a:spcBef>
          <a:spcPts val="1200"/>
        </a:spcBef>
        <a:buFont typeface="Arial" panose="020B0604020202020204" pitchFamily="34" charset="0"/>
        <a:buChar char="•"/>
        <a:defRPr sz="3000" kern="1200">
          <a:solidFill>
            <a:schemeClr val="tx1"/>
          </a:solidFill>
          <a:latin typeface="+mn-lt"/>
          <a:ea typeface="+mn-ea"/>
          <a:cs typeface="+mn-cs"/>
        </a:defRPr>
      </a:lvl2pPr>
      <a:lvl3pPr marL="2743200" indent="-548640" algn="l" defTabSz="2194560" rtl="0" eaLnBrk="1" latinLnBrk="0" hangingPunct="1">
        <a:lnSpc>
          <a:spcPct val="90000"/>
        </a:lnSpc>
        <a:spcBef>
          <a:spcPts val="1200"/>
        </a:spcBef>
        <a:buFont typeface="Arial" panose="020B0604020202020204" pitchFamily="34" charset="0"/>
        <a:buChar char="•"/>
        <a:defRPr sz="3000" kern="1200">
          <a:solidFill>
            <a:schemeClr val="tx1"/>
          </a:solidFill>
          <a:latin typeface="+mn-lt"/>
          <a:ea typeface="+mn-ea"/>
          <a:cs typeface="+mn-cs"/>
        </a:defRPr>
      </a:lvl3pPr>
      <a:lvl4pPr marL="3840480" indent="-548640" algn="l" defTabSz="2194560" rtl="0" eaLnBrk="1" latinLnBrk="0" hangingPunct="1">
        <a:lnSpc>
          <a:spcPct val="90000"/>
        </a:lnSpc>
        <a:spcBef>
          <a:spcPts val="1200"/>
        </a:spcBef>
        <a:buFont typeface="Arial" panose="020B0604020202020204" pitchFamily="34" charset="0"/>
        <a:buChar char="•"/>
        <a:defRPr sz="3000" kern="1200">
          <a:solidFill>
            <a:schemeClr val="tx1"/>
          </a:solidFill>
          <a:latin typeface="+mn-lt"/>
          <a:ea typeface="+mn-ea"/>
          <a:cs typeface="+mn-cs"/>
        </a:defRPr>
      </a:lvl4pPr>
      <a:lvl5pPr marL="4937760" indent="-548640" algn="l" defTabSz="2194560" rtl="0" eaLnBrk="1" latinLnBrk="0" hangingPunct="1">
        <a:lnSpc>
          <a:spcPct val="90000"/>
        </a:lnSpc>
        <a:spcBef>
          <a:spcPts val="1200"/>
        </a:spcBef>
        <a:buFont typeface="Arial" panose="020B0604020202020204" pitchFamily="34" charset="0"/>
        <a:buChar char="•"/>
        <a:defRPr sz="3000" kern="1200">
          <a:solidFill>
            <a:schemeClr val="tx1"/>
          </a:solidFill>
          <a:latin typeface="+mn-lt"/>
          <a:ea typeface="+mn-ea"/>
          <a:cs typeface="+mn-cs"/>
        </a:defRPr>
      </a:lvl5pPr>
      <a:lvl6pPr marL="6035040" indent="-548640" algn="l" defTabSz="2194560"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6pPr>
      <a:lvl7pPr marL="7132320" indent="-548640" algn="l" defTabSz="2194560"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7pPr>
      <a:lvl8pPr marL="8229600" indent="-548640" algn="l" defTabSz="2194560"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8pPr>
      <a:lvl9pPr marL="9326880" indent="-548640" algn="l" defTabSz="2194560"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9pPr>
    </p:bodyStyle>
    <p:otherStyle>
      <a:defPPr>
        <a:defRPr lang="en-US"/>
      </a:defPPr>
      <a:lvl1pPr marL="0" algn="l" defTabSz="2194560" rtl="0" eaLnBrk="1" latinLnBrk="0" hangingPunct="1">
        <a:defRPr sz="4320" kern="1200">
          <a:solidFill>
            <a:schemeClr val="tx1"/>
          </a:solidFill>
          <a:latin typeface="+mn-lt"/>
          <a:ea typeface="+mn-ea"/>
          <a:cs typeface="+mn-cs"/>
        </a:defRPr>
      </a:lvl1pPr>
      <a:lvl2pPr marL="1097280" algn="l" defTabSz="2194560" rtl="0" eaLnBrk="1" latinLnBrk="0" hangingPunct="1">
        <a:defRPr sz="4320" kern="1200">
          <a:solidFill>
            <a:schemeClr val="tx1"/>
          </a:solidFill>
          <a:latin typeface="+mn-lt"/>
          <a:ea typeface="+mn-ea"/>
          <a:cs typeface="+mn-cs"/>
        </a:defRPr>
      </a:lvl2pPr>
      <a:lvl3pPr marL="2194560" algn="l" defTabSz="2194560" rtl="0" eaLnBrk="1" latinLnBrk="0" hangingPunct="1">
        <a:defRPr sz="4320" kern="1200">
          <a:solidFill>
            <a:schemeClr val="tx1"/>
          </a:solidFill>
          <a:latin typeface="+mn-lt"/>
          <a:ea typeface="+mn-ea"/>
          <a:cs typeface="+mn-cs"/>
        </a:defRPr>
      </a:lvl3pPr>
      <a:lvl4pPr marL="3291840" algn="l" defTabSz="2194560" rtl="0" eaLnBrk="1" latinLnBrk="0" hangingPunct="1">
        <a:defRPr sz="4320" kern="1200">
          <a:solidFill>
            <a:schemeClr val="tx1"/>
          </a:solidFill>
          <a:latin typeface="+mn-lt"/>
          <a:ea typeface="+mn-ea"/>
          <a:cs typeface="+mn-cs"/>
        </a:defRPr>
      </a:lvl4pPr>
      <a:lvl5pPr marL="4389120" algn="l" defTabSz="2194560" rtl="0" eaLnBrk="1" latinLnBrk="0" hangingPunct="1">
        <a:defRPr sz="4320" kern="1200">
          <a:solidFill>
            <a:schemeClr val="tx1"/>
          </a:solidFill>
          <a:latin typeface="+mn-lt"/>
          <a:ea typeface="+mn-ea"/>
          <a:cs typeface="+mn-cs"/>
        </a:defRPr>
      </a:lvl5pPr>
      <a:lvl6pPr marL="5486400" algn="l" defTabSz="2194560" rtl="0" eaLnBrk="1" latinLnBrk="0" hangingPunct="1">
        <a:defRPr sz="4320" kern="1200">
          <a:solidFill>
            <a:schemeClr val="tx1"/>
          </a:solidFill>
          <a:latin typeface="+mn-lt"/>
          <a:ea typeface="+mn-ea"/>
          <a:cs typeface="+mn-cs"/>
        </a:defRPr>
      </a:lvl6pPr>
      <a:lvl7pPr marL="6583680" algn="l" defTabSz="2194560" rtl="0" eaLnBrk="1" latinLnBrk="0" hangingPunct="1">
        <a:defRPr sz="4320" kern="1200">
          <a:solidFill>
            <a:schemeClr val="tx1"/>
          </a:solidFill>
          <a:latin typeface="+mn-lt"/>
          <a:ea typeface="+mn-ea"/>
          <a:cs typeface="+mn-cs"/>
        </a:defRPr>
      </a:lvl7pPr>
      <a:lvl8pPr marL="7680960" algn="l" defTabSz="2194560" rtl="0" eaLnBrk="1" latinLnBrk="0" hangingPunct="1">
        <a:defRPr sz="4320" kern="1200">
          <a:solidFill>
            <a:schemeClr val="tx1"/>
          </a:solidFill>
          <a:latin typeface="+mn-lt"/>
          <a:ea typeface="+mn-ea"/>
          <a:cs typeface="+mn-cs"/>
        </a:defRPr>
      </a:lvl8pPr>
      <a:lvl9pPr marL="8778240" algn="l" defTabSz="2194560" rtl="0" eaLnBrk="1" latinLnBrk="0" hangingPunct="1">
        <a:defRPr sz="432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0368" userDrawn="1">
          <p15:clr>
            <a:srgbClr val="F26B43"/>
          </p15:clr>
        </p15:guide>
        <p15:guide id="2" pos="864" userDrawn="1">
          <p15:clr>
            <a:srgbClr val="F26B43"/>
          </p15:clr>
        </p15:guide>
        <p15:guide id="3" pos="12960" userDrawn="1">
          <p15:clr>
            <a:srgbClr val="F26B43"/>
          </p15:clr>
        </p15:guide>
        <p15:guide id="4" pos="4536" userDrawn="1">
          <p15:clr>
            <a:srgbClr val="F26B43"/>
          </p15:clr>
        </p15:guide>
        <p15:guide id="5" pos="5040" userDrawn="1">
          <p15:clr>
            <a:srgbClr val="F26B43"/>
          </p15:clr>
        </p15:guide>
        <p15:guide id="6" pos="8784" userDrawn="1">
          <p15:clr>
            <a:srgbClr val="F26B43"/>
          </p15:clr>
        </p15:guide>
        <p15:guide id="7" pos="928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5" name="Title 94">
            <a:extLst>
              <a:ext uri="{FF2B5EF4-FFF2-40B4-BE49-F238E27FC236}">
                <a16:creationId xmlns:a16="http://schemas.microsoft.com/office/drawing/2014/main" id="{785FB594-806F-2EF1-5176-E5EE4532B51B}"/>
              </a:ext>
            </a:extLst>
          </p:cNvPr>
          <p:cNvSpPr>
            <a:spLocks noGrp="1"/>
          </p:cNvSpPr>
          <p:nvPr>
            <p:ph type="ctrTitle"/>
          </p:nvPr>
        </p:nvSpPr>
        <p:spPr/>
        <p:txBody>
          <a:bodyPr vert="horz" lIns="0" tIns="45720" rIns="0" bIns="45720" rtlCol="0" anchor="b">
            <a:noAutofit/>
          </a:bodyPr>
          <a:lstStyle/>
          <a:p>
            <a:r>
              <a:rPr lang="en-US" sz="6600" dirty="0"/>
              <a:t>STARTING FROM SCRATCH: BUILDING AROUND LOW-RESOURCE LANGUAGES</a:t>
            </a:r>
          </a:p>
        </p:txBody>
      </p:sp>
      <p:sp>
        <p:nvSpPr>
          <p:cNvPr id="96" name="Text Placeholder 95">
            <a:extLst>
              <a:ext uri="{FF2B5EF4-FFF2-40B4-BE49-F238E27FC236}">
                <a16:creationId xmlns:a16="http://schemas.microsoft.com/office/drawing/2014/main" id="{8A685B84-3F44-70B0-F430-D28013B8C8F8}"/>
              </a:ext>
            </a:extLst>
          </p:cNvPr>
          <p:cNvSpPr>
            <a:spLocks noGrp="1"/>
          </p:cNvSpPr>
          <p:nvPr>
            <p:ph type="body" sz="quarter" idx="15"/>
          </p:nvPr>
        </p:nvSpPr>
        <p:spPr/>
        <p:txBody>
          <a:bodyPr vert="horz" lIns="91440" tIns="45720" rIns="91440" bIns="45720" rtlCol="0" anchor="t">
            <a:normAutofit fontScale="92500" lnSpcReduction="10000"/>
          </a:bodyPr>
          <a:lstStyle/>
          <a:p>
            <a:r>
              <a:rPr lang="en-US" dirty="0"/>
              <a:t>GOALS</a:t>
            </a:r>
          </a:p>
        </p:txBody>
      </p:sp>
      <p:sp>
        <p:nvSpPr>
          <p:cNvPr id="101" name="Text Placeholder 100">
            <a:extLst>
              <a:ext uri="{FF2B5EF4-FFF2-40B4-BE49-F238E27FC236}">
                <a16:creationId xmlns:a16="http://schemas.microsoft.com/office/drawing/2014/main" id="{C455511A-502E-062A-6C22-300E70B0FB50}"/>
              </a:ext>
            </a:extLst>
          </p:cNvPr>
          <p:cNvSpPr>
            <a:spLocks noGrp="1"/>
          </p:cNvSpPr>
          <p:nvPr>
            <p:ph type="body" sz="quarter" idx="45"/>
          </p:nvPr>
        </p:nvSpPr>
        <p:spPr>
          <a:xfrm>
            <a:off x="14773102" y="8359388"/>
            <a:ext cx="5795962" cy="1244838"/>
          </a:xfrm>
        </p:spPr>
        <p:txBody>
          <a:bodyPr vert="horz" lIns="91440" tIns="45720" rIns="91440" bIns="45720" rtlCol="0" anchor="t">
            <a:noAutofit/>
          </a:bodyPr>
          <a:lstStyle/>
          <a:p>
            <a:r>
              <a:rPr lang="en-US" dirty="0">
                <a:latin typeface="Uni Sans Book"/>
              </a:rPr>
              <a:t>A 33.8M-parameter encoder trained only on </a:t>
            </a:r>
            <a:r>
              <a:rPr lang="en-US" dirty="0">
                <a:ea typeface="+mn-lt"/>
                <a:cs typeface="+mn-lt"/>
              </a:rPr>
              <a:t>Yorùbá</a:t>
            </a:r>
            <a:r>
              <a:rPr lang="en-US" dirty="0">
                <a:latin typeface="Uni Sans Book"/>
              </a:rPr>
              <a:t> can outperform </a:t>
            </a:r>
            <a:r>
              <a:rPr lang="en-US" dirty="0" err="1">
                <a:latin typeface="Uni Sans Book"/>
              </a:rPr>
              <a:t>mmBERT</a:t>
            </a:r>
            <a:r>
              <a:rPr lang="en-US" dirty="0">
                <a:latin typeface="Uni Sans Book"/>
              </a:rPr>
              <a:t> on topic classification (0.688 vs 0.582). </a:t>
            </a:r>
          </a:p>
        </p:txBody>
      </p:sp>
      <p:sp>
        <p:nvSpPr>
          <p:cNvPr id="102" name="Text Placeholder 101">
            <a:extLst>
              <a:ext uri="{FF2B5EF4-FFF2-40B4-BE49-F238E27FC236}">
                <a16:creationId xmlns:a16="http://schemas.microsoft.com/office/drawing/2014/main" id="{B4B23C00-45D9-3655-80CC-DFA39D9678F8}"/>
              </a:ext>
            </a:extLst>
          </p:cNvPr>
          <p:cNvSpPr>
            <a:spLocks noGrp="1"/>
          </p:cNvSpPr>
          <p:nvPr>
            <p:ph type="body" sz="quarter" idx="46"/>
          </p:nvPr>
        </p:nvSpPr>
        <p:spPr>
          <a:xfrm>
            <a:off x="1404938" y="8315336"/>
            <a:ext cx="5795961" cy="6867798"/>
          </a:xfrm>
        </p:spPr>
        <p:txBody>
          <a:bodyPr vert="horz" lIns="91440" tIns="45720" rIns="91440" bIns="45720" rtlCol="0" anchor="t">
            <a:noAutofit/>
          </a:bodyPr>
          <a:lstStyle/>
          <a:p>
            <a:r>
              <a:rPr lang="en-US" sz="2000" dirty="0">
                <a:ea typeface="+mn-lt"/>
                <a:cs typeface="+mn-lt"/>
              </a:rPr>
              <a:t>Baselines against a reproduced published floor · from-scratch quality against pretraining budget on two tasks · separate labelled-data quantity from task type, the proposal's decisive experiment · locate where from-scratch overtakes transfer · test whether it generalizes across languages · does MLM loss predict downstream quality?</a:t>
            </a:r>
          </a:p>
          <a:p>
            <a:r>
              <a:rPr lang="en-US" sz="2000" dirty="0">
                <a:ea typeface="+mn-lt"/>
                <a:cs typeface="+mn-lt"/>
              </a:rPr>
              <a:t>Yorùbá is interesting for NLP because it combines linguistic richness, limited digital resources, and challenging orthography, making it a good test case for NLP systems. The tone is linguistically important but often omitted in text. It is also a low-resource language relative to other languages like English and French. However, millions of people speak it as their native language. </a:t>
            </a:r>
            <a:endParaRPr lang="en-US" sz="2000" dirty="0"/>
          </a:p>
          <a:p>
            <a:r>
              <a:rPr lang="en-US" sz="2000" dirty="0">
                <a:ea typeface="+mn-lt"/>
                <a:cs typeface="+mn-lt"/>
              </a:rPr>
              <a:t>Low-resource NLP usually defaults to transfer: take a multilingual encoder and fine-tune it. For Yorùbá we tested the alternative — pretrain a small encoder on in-language text with a vocabulary fitted to that text.</a:t>
            </a:r>
            <a:endParaRPr lang="en-US" sz="2000" dirty="0">
              <a:ea typeface="Open Sans"/>
              <a:cs typeface="Open Sans"/>
            </a:endParaRPr>
          </a:p>
        </p:txBody>
      </p:sp>
      <p:sp>
        <p:nvSpPr>
          <p:cNvPr id="105" name="Text Placeholder 104">
            <a:extLst>
              <a:ext uri="{FF2B5EF4-FFF2-40B4-BE49-F238E27FC236}">
                <a16:creationId xmlns:a16="http://schemas.microsoft.com/office/drawing/2014/main" id="{D50A4A99-1726-6EDD-F03A-CD1921C6AD0A}"/>
              </a:ext>
            </a:extLst>
          </p:cNvPr>
          <p:cNvSpPr>
            <a:spLocks noGrp="1"/>
          </p:cNvSpPr>
          <p:nvPr>
            <p:ph type="body" sz="quarter" idx="49"/>
          </p:nvPr>
        </p:nvSpPr>
        <p:spPr/>
        <p:txBody>
          <a:bodyPr vert="horz" lIns="91440" tIns="45720" rIns="91440" bIns="45720" rtlCol="0" anchor="t">
            <a:normAutofit fontScale="92500" lnSpcReduction="10000"/>
          </a:bodyPr>
          <a:lstStyle/>
          <a:p>
            <a:r>
              <a:rPr lang="en-US"/>
              <a:t>INTRODUCTION</a:t>
            </a:r>
          </a:p>
        </p:txBody>
      </p:sp>
      <p:sp>
        <p:nvSpPr>
          <p:cNvPr id="111" name="Text Placeholder 110">
            <a:extLst>
              <a:ext uri="{FF2B5EF4-FFF2-40B4-BE49-F238E27FC236}">
                <a16:creationId xmlns:a16="http://schemas.microsoft.com/office/drawing/2014/main" id="{B1A8B2C3-246D-09AE-9582-7D19A98DBA7D}"/>
              </a:ext>
            </a:extLst>
          </p:cNvPr>
          <p:cNvSpPr>
            <a:spLocks noGrp="1"/>
          </p:cNvSpPr>
          <p:nvPr>
            <p:ph type="body" sz="quarter" idx="55"/>
          </p:nvPr>
        </p:nvSpPr>
        <p:spPr>
          <a:xfrm>
            <a:off x="1380699" y="21757047"/>
            <a:ext cx="5829300" cy="946150"/>
          </a:xfrm>
        </p:spPr>
        <p:txBody>
          <a:bodyPr vert="horz" lIns="91440" tIns="45720" rIns="91440" bIns="45720" rtlCol="0" anchor="t">
            <a:noAutofit/>
          </a:bodyPr>
          <a:lstStyle/>
          <a:p>
            <a:r>
              <a:rPr lang="en-US" dirty="0">
                <a:ea typeface="+mn-lt"/>
                <a:cs typeface="+mn-lt"/>
              </a:rPr>
              <a:t>For a language with little web text and few labels, let's consider the following </a:t>
            </a:r>
            <a:r>
              <a:rPr lang="en-US">
                <a:ea typeface="+mn-lt"/>
                <a:cs typeface="+mn-lt"/>
              </a:rPr>
              <a:t>two options.</a:t>
            </a:r>
            <a:endParaRPr lang="en-US"/>
          </a:p>
          <a:p>
            <a:endParaRPr lang="en-US" dirty="0">
              <a:ea typeface="Open Sans"/>
              <a:cs typeface="Open Sans"/>
            </a:endParaRPr>
          </a:p>
        </p:txBody>
      </p:sp>
      <p:sp>
        <p:nvSpPr>
          <p:cNvPr id="112" name="Text Placeholder 111">
            <a:extLst>
              <a:ext uri="{FF2B5EF4-FFF2-40B4-BE49-F238E27FC236}">
                <a16:creationId xmlns:a16="http://schemas.microsoft.com/office/drawing/2014/main" id="{1E32648A-EEAA-238F-7669-C380414749F3}"/>
              </a:ext>
            </a:extLst>
          </p:cNvPr>
          <p:cNvSpPr>
            <a:spLocks noGrp="1"/>
          </p:cNvSpPr>
          <p:nvPr>
            <p:ph type="body" sz="quarter" idx="56"/>
          </p:nvPr>
        </p:nvSpPr>
        <p:spPr>
          <a:xfrm>
            <a:off x="1380700" y="22519053"/>
            <a:ext cx="5809825" cy="4230230"/>
          </a:xfrm>
        </p:spPr>
        <p:txBody>
          <a:bodyPr vert="horz" lIns="91440" tIns="45720" rIns="91440" bIns="45720" rtlCol="0" anchor="t">
            <a:noAutofit/>
          </a:bodyPr>
          <a:lstStyle/>
          <a:p>
            <a:pPr marL="0" indent="0">
              <a:buNone/>
            </a:pPr>
            <a:r>
              <a:rPr lang="en-US" sz="1400" b="1" dirty="0">
                <a:ea typeface="+mn-lt"/>
                <a:cs typeface="+mn-lt"/>
              </a:rPr>
              <a:t>1. Fine-tune a public multilingual encoder</a:t>
            </a:r>
            <a:r>
              <a:rPr lang="en-US" sz="1400" dirty="0">
                <a:ea typeface="+mn-lt"/>
                <a:cs typeface="+mn-lt"/>
              </a:rPr>
              <a:t>. XLM-R base (</a:t>
            </a:r>
            <a:r>
              <a:rPr lang="en-US" sz="1400" dirty="0" err="1">
                <a:ea typeface="+mn-lt"/>
                <a:cs typeface="+mn-lt"/>
              </a:rPr>
              <a:t>Conneau</a:t>
            </a:r>
            <a:r>
              <a:rPr lang="en-US" sz="1400" dirty="0">
                <a:ea typeface="+mn-lt"/>
                <a:cs typeface="+mn-lt"/>
              </a:rPr>
              <a:t> et al., 2020) is 277M parameters, 250k </a:t>
            </a:r>
            <a:r>
              <a:rPr lang="en-US" sz="1400" dirty="0" err="1">
                <a:ea typeface="+mn-lt"/>
                <a:cs typeface="+mn-lt"/>
              </a:rPr>
              <a:t>SentencePiece</a:t>
            </a:r>
            <a:r>
              <a:rPr lang="en-US" sz="1400" dirty="0">
                <a:ea typeface="+mn-lt"/>
                <a:cs typeface="+mn-lt"/>
              </a:rPr>
              <a:t>, 100 languages; Yorùbá is not among them. </a:t>
            </a:r>
            <a:r>
              <a:rPr lang="en-US" sz="1400" dirty="0" err="1">
                <a:ea typeface="+mn-lt"/>
                <a:cs typeface="+mn-lt"/>
              </a:rPr>
              <a:t>mmBERT</a:t>
            </a:r>
            <a:r>
              <a:rPr lang="en-US" sz="1400" dirty="0">
                <a:ea typeface="+mn-lt"/>
                <a:cs typeface="+mn-lt"/>
              </a:rPr>
              <a:t> base is 246M parameters, trained on about 3 trillion tokens across ~1,800 languages, with Yorùbá included. Transfer inherits that compute — and a vocabulary built mostly for other languages. </a:t>
            </a:r>
            <a:r>
              <a:rPr lang="en-US" sz="1400" b="1" dirty="0">
                <a:ea typeface="+mn-lt"/>
                <a:cs typeface="+mn-lt"/>
              </a:rPr>
              <a:t>2. Pretrain a 33.8M </a:t>
            </a:r>
            <a:r>
              <a:rPr lang="en-US" sz="1400" b="1" dirty="0" err="1">
                <a:ea typeface="+mn-lt"/>
                <a:cs typeface="+mn-lt"/>
              </a:rPr>
              <a:t>RoBERTa</a:t>
            </a:r>
            <a:r>
              <a:rPr lang="en-US" sz="1400" b="1" dirty="0">
                <a:ea typeface="+mn-lt"/>
                <a:cs typeface="+mn-lt"/>
              </a:rPr>
              <a:t>-style masked LM </a:t>
            </a:r>
            <a:r>
              <a:rPr lang="en-US" sz="1400" dirty="0">
                <a:ea typeface="+mn-lt"/>
                <a:cs typeface="+mn-lt"/>
              </a:rPr>
              <a:t>(Liu et al., 2019) on FineWeb-2 Yorùbá with a 16k BPE trained on that text. The tradeoff is that you do not inherit 100-language pretraining. </a:t>
            </a:r>
            <a:endParaRPr lang="en-US" sz="1400" dirty="0">
              <a:ea typeface="Open Sans"/>
              <a:cs typeface="Open Sans"/>
            </a:endParaRPr>
          </a:p>
          <a:p>
            <a:pPr marL="0" indent="0">
              <a:buNone/>
            </a:pPr>
            <a:r>
              <a:rPr lang="en-US" sz="1400" dirty="0">
                <a:ea typeface="+mn-lt"/>
                <a:cs typeface="+mn-lt"/>
              </a:rPr>
              <a:t>Two downstream tasks are used because they are expected to reveal different strengths. SIB-200 (Adelani et al., 2024) is 7-way topic classification and needs sentence meaning. </a:t>
            </a:r>
            <a:r>
              <a:rPr lang="en-US" sz="1400" dirty="0" err="1">
                <a:ea typeface="+mn-lt"/>
                <a:cs typeface="+mn-lt"/>
              </a:rPr>
              <a:t>MasakhaNER</a:t>
            </a:r>
            <a:r>
              <a:rPr lang="en-US" sz="1400" dirty="0">
                <a:ea typeface="+mn-lt"/>
                <a:cs typeface="+mn-lt"/>
              </a:rPr>
              <a:t> 2.0 (Adelani et al., 2022) is entity recognition and can lean on capitalization and name shape, which transfer from any language. If from-scratch only wins the semantic task, this would suggest that language-specific pretraining matters most when the task requires genuine semantic representations, whereas transferred multilingual representations retain an advantage on tasks that can exploit surface-level cues.</a:t>
            </a:r>
            <a:endParaRPr lang="en-US" sz="1400" dirty="0">
              <a:ea typeface="Open Sans"/>
              <a:cs typeface="Open Sans"/>
            </a:endParaRPr>
          </a:p>
        </p:txBody>
      </p:sp>
      <p:sp>
        <p:nvSpPr>
          <p:cNvPr id="129" name="Text Placeholder 128">
            <a:extLst>
              <a:ext uri="{FF2B5EF4-FFF2-40B4-BE49-F238E27FC236}">
                <a16:creationId xmlns:a16="http://schemas.microsoft.com/office/drawing/2014/main" id="{84C63C28-D0F0-25D2-2D73-42E2529BD2E0}"/>
              </a:ext>
            </a:extLst>
          </p:cNvPr>
          <p:cNvSpPr>
            <a:spLocks noGrp="1"/>
          </p:cNvSpPr>
          <p:nvPr>
            <p:ph type="body" sz="quarter" idx="73"/>
          </p:nvPr>
        </p:nvSpPr>
        <p:spPr>
          <a:xfrm>
            <a:off x="1371601" y="31131823"/>
            <a:ext cx="5829299" cy="720999"/>
          </a:xfrm>
        </p:spPr>
        <p:txBody>
          <a:bodyPr/>
          <a:lstStyle/>
          <a:p>
            <a:r>
              <a:rPr lang="en-US" dirty="0"/>
              <a:t>Ranked based on tokenizer fertility, the penalty tends to be larger when XLM-R never trained on the language. What matters is whether XLM-R saw the language or not. The vocabulary appears to be more wasteful when coverage is missing.</a:t>
            </a:r>
          </a:p>
        </p:txBody>
      </p:sp>
      <p:sp>
        <p:nvSpPr>
          <p:cNvPr id="132" name="Text Placeholder 131">
            <a:extLst>
              <a:ext uri="{FF2B5EF4-FFF2-40B4-BE49-F238E27FC236}">
                <a16:creationId xmlns:a16="http://schemas.microsoft.com/office/drawing/2014/main" id="{9B513ADE-6186-FD6E-9659-23D50790DEA7}"/>
              </a:ext>
            </a:extLst>
          </p:cNvPr>
          <p:cNvSpPr>
            <a:spLocks noGrp="1"/>
          </p:cNvSpPr>
          <p:nvPr>
            <p:ph type="body" sz="quarter" idx="76"/>
          </p:nvPr>
        </p:nvSpPr>
        <p:spPr>
          <a:xfrm>
            <a:off x="8001000" y="7444766"/>
            <a:ext cx="5943600" cy="1065900"/>
          </a:xfrm>
        </p:spPr>
        <p:txBody>
          <a:bodyPr/>
          <a:lstStyle/>
          <a:p>
            <a:r>
              <a:rPr lang="en-US" dirty="0"/>
              <a:t>KEY DETAILS</a:t>
            </a:r>
          </a:p>
        </p:txBody>
      </p:sp>
      <p:sp>
        <p:nvSpPr>
          <p:cNvPr id="133" name="Text Placeholder 132">
            <a:extLst>
              <a:ext uri="{FF2B5EF4-FFF2-40B4-BE49-F238E27FC236}">
                <a16:creationId xmlns:a16="http://schemas.microsoft.com/office/drawing/2014/main" id="{E76CFA91-09DB-B9D2-33CB-D3289E6BA070}"/>
              </a:ext>
            </a:extLst>
          </p:cNvPr>
          <p:cNvSpPr>
            <a:spLocks noGrp="1"/>
          </p:cNvSpPr>
          <p:nvPr>
            <p:ph type="body" sz="quarter" idx="77"/>
          </p:nvPr>
        </p:nvSpPr>
        <p:spPr>
          <a:xfrm>
            <a:off x="8015655" y="8510666"/>
            <a:ext cx="5928945" cy="7083635"/>
          </a:xfrm>
        </p:spPr>
        <p:txBody>
          <a:bodyPr vert="horz" lIns="548640" tIns="182880" rIns="548640" bIns="45720" rtlCol="0" anchor="t">
            <a:normAutofit lnSpcReduction="10000"/>
          </a:bodyPr>
          <a:lstStyle/>
          <a:p>
            <a:r>
              <a:rPr lang="en-US" b="1" dirty="0">
                <a:ea typeface="+mn-lt"/>
                <a:cs typeface="+mn-lt"/>
              </a:rPr>
              <a:t>Language</a:t>
            </a:r>
            <a:r>
              <a:rPr lang="en-US" dirty="0">
                <a:ea typeface="+mn-lt"/>
                <a:cs typeface="+mn-lt"/>
              </a:rPr>
              <a:t>: Yorùbá · ~47M speakers · Latin script with tone</a:t>
            </a:r>
            <a:endParaRPr lang="en-US" dirty="0">
              <a:ea typeface="Open Sans"/>
              <a:cs typeface="Open Sans"/>
            </a:endParaRPr>
          </a:p>
          <a:p>
            <a:r>
              <a:rPr lang="en-US" b="1" dirty="0">
                <a:ea typeface="+mn-lt"/>
                <a:cs typeface="+mn-lt"/>
              </a:rPr>
              <a:t>Corpus</a:t>
            </a:r>
            <a:r>
              <a:rPr lang="en-US" dirty="0">
                <a:ea typeface="+mn-lt"/>
                <a:cs typeface="+mn-lt"/>
              </a:rPr>
              <a:t>: All of FineWeb-2 Yorùbá has 69.1M tokens (260M characters)</a:t>
            </a:r>
            <a:endParaRPr lang="en-US" dirty="0"/>
          </a:p>
          <a:p>
            <a:r>
              <a:rPr lang="en-US" dirty="0">
                <a:ea typeface="+mn-lt"/>
                <a:cs typeface="+mn-lt"/>
              </a:rPr>
              <a:t>33.8M </a:t>
            </a:r>
            <a:r>
              <a:rPr lang="en-US" dirty="0" err="1">
                <a:ea typeface="+mn-lt"/>
                <a:cs typeface="+mn-lt"/>
              </a:rPr>
              <a:t>RoBERTa</a:t>
            </a:r>
            <a:r>
              <a:rPr lang="en-US" dirty="0">
                <a:ea typeface="+mn-lt"/>
                <a:cs typeface="+mn-lt"/>
              </a:rPr>
              <a:t>-style MLM · 16k BPE (yor-bpe16k) · pretrained on 64M tokens</a:t>
            </a:r>
            <a:endParaRPr lang="en-US" dirty="0"/>
          </a:p>
          <a:p>
            <a:r>
              <a:rPr lang="en-US" b="1" dirty="0">
                <a:ea typeface="+mn-lt"/>
                <a:cs typeface="+mn-lt"/>
              </a:rPr>
              <a:t>Transfer</a:t>
            </a:r>
            <a:r>
              <a:rPr lang="en-US" dirty="0">
                <a:ea typeface="+mn-lt"/>
                <a:cs typeface="+mn-lt"/>
              </a:rPr>
              <a:t>: XLM-R base (277M, 100 languages, Yorùbá not included) · </a:t>
            </a:r>
            <a:r>
              <a:rPr lang="en-US" dirty="0" err="1">
                <a:ea typeface="+mn-lt"/>
                <a:cs typeface="+mn-lt"/>
              </a:rPr>
              <a:t>mmBERT</a:t>
            </a:r>
            <a:r>
              <a:rPr lang="en-US" dirty="0">
                <a:ea typeface="+mn-lt"/>
                <a:cs typeface="+mn-lt"/>
              </a:rPr>
              <a:t> base (246M, ~1,800 languages, ~3T tokens, Yorùbá included)</a:t>
            </a:r>
            <a:endParaRPr lang="en-US" dirty="0"/>
          </a:p>
          <a:p>
            <a:r>
              <a:rPr lang="en-US" b="1" dirty="0">
                <a:ea typeface="+mn-lt"/>
                <a:cs typeface="+mn-lt"/>
              </a:rPr>
              <a:t>Tasks</a:t>
            </a:r>
            <a:r>
              <a:rPr lang="en-US" dirty="0">
                <a:ea typeface="+mn-lt"/>
                <a:cs typeface="+mn-lt"/>
              </a:rPr>
              <a:t>: SIB-200 topic (701 / 99 / 204, 7 classes) · </a:t>
            </a:r>
            <a:r>
              <a:rPr lang="en-US" dirty="0" err="1">
                <a:ea typeface="+mn-lt"/>
                <a:cs typeface="+mn-lt"/>
              </a:rPr>
              <a:t>MasakhaNER</a:t>
            </a:r>
            <a:r>
              <a:rPr lang="en-US" dirty="0">
                <a:ea typeface="+mn-lt"/>
                <a:cs typeface="+mn-lt"/>
              </a:rPr>
              <a:t> (6,876 / 983 / 1,964)</a:t>
            </a:r>
            <a:endParaRPr lang="en-US" dirty="0"/>
          </a:p>
          <a:p>
            <a:r>
              <a:rPr lang="en-US" dirty="0">
                <a:ea typeface="+mn-lt"/>
                <a:cs typeface="+mn-lt"/>
              </a:rPr>
              <a:t>SIB-200 macro-F1: 0.688 vs </a:t>
            </a:r>
            <a:r>
              <a:rPr lang="en-US" dirty="0" err="1">
                <a:ea typeface="+mn-lt"/>
                <a:cs typeface="+mn-lt"/>
              </a:rPr>
              <a:t>mmBERT</a:t>
            </a:r>
            <a:r>
              <a:rPr lang="en-US" dirty="0">
                <a:ea typeface="+mn-lt"/>
                <a:cs typeface="+mn-lt"/>
              </a:rPr>
              <a:t> 0.582 vs XLM-R 0.358</a:t>
            </a:r>
            <a:endParaRPr lang="en-US" dirty="0"/>
          </a:p>
          <a:p>
            <a:r>
              <a:rPr lang="en-US" b="1" dirty="0">
                <a:ea typeface="+mn-lt"/>
                <a:cs typeface="+mn-lt"/>
              </a:rPr>
              <a:t>Fertility</a:t>
            </a:r>
            <a:r>
              <a:rPr lang="en-US" dirty="0">
                <a:ea typeface="+mn-lt"/>
                <a:cs typeface="+mn-lt"/>
              </a:rPr>
              <a:t>: XLM-R uses 1.76 tokens per fitted Yorùbá token (2nd of 17 languages)</a:t>
            </a:r>
            <a:endParaRPr lang="en-US" dirty="0"/>
          </a:p>
          <a:p>
            <a:r>
              <a:rPr lang="en-US" b="1" dirty="0">
                <a:ea typeface="+mn-lt"/>
                <a:cs typeface="+mn-lt"/>
              </a:rPr>
              <a:t>Window</a:t>
            </a:r>
            <a:r>
              <a:rPr lang="en-US" dirty="0">
                <a:ea typeface="+mn-lt"/>
                <a:cs typeface="+mn-lt"/>
              </a:rPr>
              <a:t>: 128 tokens ≈ 77 Yorùbá words (16k BPE) vs 44 (XLM-R)</a:t>
            </a:r>
            <a:endParaRPr lang="en-US" dirty="0"/>
          </a:p>
        </p:txBody>
      </p:sp>
      <p:sp>
        <p:nvSpPr>
          <p:cNvPr id="104" name="Text Placeholder 103">
            <a:extLst>
              <a:ext uri="{FF2B5EF4-FFF2-40B4-BE49-F238E27FC236}">
                <a16:creationId xmlns:a16="http://schemas.microsoft.com/office/drawing/2014/main" id="{6550A141-ED97-B710-8269-BA135A1CE8C7}"/>
              </a:ext>
            </a:extLst>
          </p:cNvPr>
          <p:cNvSpPr>
            <a:spLocks noGrp="1"/>
          </p:cNvSpPr>
          <p:nvPr>
            <p:ph type="body" sz="quarter" idx="48"/>
          </p:nvPr>
        </p:nvSpPr>
        <p:spPr/>
        <p:txBody>
          <a:bodyPr vert="horz" lIns="91440" tIns="45720" rIns="91440" bIns="45720" rtlCol="0" anchor="t">
            <a:normAutofit fontScale="92500" lnSpcReduction="10000"/>
          </a:bodyPr>
          <a:lstStyle/>
          <a:p>
            <a:r>
              <a:rPr lang="en-US"/>
              <a:t>RESULTS</a:t>
            </a:r>
          </a:p>
        </p:txBody>
      </p:sp>
      <p:sp>
        <p:nvSpPr>
          <p:cNvPr id="110" name="Text Placeholder 109">
            <a:extLst>
              <a:ext uri="{FF2B5EF4-FFF2-40B4-BE49-F238E27FC236}">
                <a16:creationId xmlns:a16="http://schemas.microsoft.com/office/drawing/2014/main" id="{4951EF49-4620-C726-A207-D3F00FE9DDF8}"/>
              </a:ext>
            </a:extLst>
          </p:cNvPr>
          <p:cNvSpPr>
            <a:spLocks noGrp="1"/>
          </p:cNvSpPr>
          <p:nvPr>
            <p:ph type="body" sz="quarter" idx="54"/>
          </p:nvPr>
        </p:nvSpPr>
        <p:spPr>
          <a:xfrm>
            <a:off x="8015654" y="16929430"/>
            <a:ext cx="5809825" cy="12477711"/>
          </a:xfrm>
        </p:spPr>
        <p:txBody>
          <a:bodyPr/>
          <a:lstStyle/>
          <a:p>
            <a:r>
              <a:rPr lang="en-US" dirty="0"/>
              <a:t>On SIB-200 topic classification, the from-scratch model is the overall leader. A 33.8M encoder trained on 64M tokens of </a:t>
            </a:r>
            <a:r>
              <a:rPr lang="en-US" dirty="0">
                <a:ea typeface="+mn-lt"/>
                <a:cs typeface="+mn-lt"/>
              </a:rPr>
              <a:t>Yorùbá</a:t>
            </a:r>
            <a:r>
              <a:rPr lang="en-US" dirty="0"/>
              <a:t> reaches 0.688 macro-F1; </a:t>
            </a:r>
            <a:r>
              <a:rPr lang="en-US" dirty="0" err="1"/>
              <a:t>mmBERT</a:t>
            </a:r>
            <a:r>
              <a:rPr lang="en-US" dirty="0"/>
              <a:t> stops at 0.582 and XLM-R at 0.358. Every arm was swept over the same nine learning rates, with the winner picked on the 99-item dev split and scored on test at five seeds. The gap over </a:t>
            </a:r>
            <a:r>
              <a:rPr lang="en-US" dirty="0" err="1"/>
              <a:t>mmBERT</a:t>
            </a:r>
            <a:r>
              <a:rPr lang="en-US" dirty="0"/>
              <a:t> is 0.106 — well above seed noise, though the bootstrap intervals still overlap by 0.004.</a:t>
            </a:r>
          </a:p>
          <a:p>
            <a:r>
              <a:rPr lang="en-US" dirty="0"/>
              <a:t>A randomly initialized model of our architecture scores 0.429; one matching XLM-R’s size and vocabulary scores 0.382. XLM-R itself lands below that untrained XLM-R control. One of its five seeds collapsed below chance. </a:t>
            </a:r>
            <a:r>
              <a:rPr lang="en-US" dirty="0" err="1"/>
              <a:t>MasakhaNER</a:t>
            </a:r>
            <a:r>
              <a:rPr lang="en-US" dirty="0"/>
              <a:t> tells a different story. </a:t>
            </a:r>
            <a:r>
              <a:rPr lang="en-US" dirty="0" err="1"/>
              <a:t>mmBERT</a:t>
            </a:r>
            <a:r>
              <a:rPr lang="en-US" dirty="0"/>
              <a:t> (0.863), XLM-R (0.851), and from-scratch (0.837) sit close together, while an untrained encoder already reaches 0.626. Most of the substance on that chart is surface form, such as capitalization and name shape, and not </a:t>
            </a:r>
            <a:r>
              <a:rPr lang="en-US" dirty="0">
                <a:ea typeface="+mn-lt"/>
                <a:cs typeface="+mn-lt"/>
              </a:rPr>
              <a:t>Yorùbá</a:t>
            </a:r>
            <a:r>
              <a:rPr lang="en-US" dirty="0"/>
              <a:t> semantics. That is why the multilingual models lead on entities but not on topics.</a:t>
            </a:r>
          </a:p>
          <a:p>
            <a:r>
              <a:rPr lang="en-US" dirty="0"/>
              <a:t>Across 17 languages, covered languages cost about 1.15× tokens relative to a purpose-built 16k BPE; uncovered languages cost about 1.59×. </a:t>
            </a:r>
            <a:r>
              <a:rPr lang="en-US" dirty="0">
                <a:ea typeface="+mn-lt"/>
                <a:cs typeface="+mn-lt"/>
              </a:rPr>
              <a:t>Yorùbá</a:t>
            </a:r>
            <a:r>
              <a:rPr lang="en-US" dirty="0"/>
              <a:t> is 1.76×, 2</a:t>
            </a:r>
            <a:r>
              <a:rPr lang="en-US" baseline="30000" dirty="0"/>
              <a:t>nd</a:t>
            </a:r>
            <a:r>
              <a:rPr lang="en-US" dirty="0"/>
              <a:t> highest in the set. When we pretrain from scratch on the same languages, learnability does not split the same way, as noted by the overlapping ranges. </a:t>
            </a:r>
            <a:r>
              <a:rPr lang="en-US" dirty="0">
                <a:ea typeface="+mn-lt"/>
                <a:cs typeface="+mn-lt"/>
              </a:rPr>
              <a:t>Yorùbá</a:t>
            </a:r>
            <a:r>
              <a:rPr lang="en-US" dirty="0"/>
              <a:t> is under-served, but not inherently harder to model.</a:t>
            </a:r>
          </a:p>
          <a:p>
            <a:r>
              <a:rPr lang="en-US" dirty="0"/>
              <a:t>Downstream, from-scratch is ahead for the semantic task. Thus, pretraining on 100 languages does not give rise to better </a:t>
            </a:r>
            <a:r>
              <a:rPr lang="en-US" dirty="0">
                <a:ea typeface="+mn-lt"/>
                <a:cs typeface="+mn-lt"/>
              </a:rPr>
              <a:t>Yorùbá</a:t>
            </a:r>
            <a:r>
              <a:rPr lang="en-US" dirty="0"/>
              <a:t> topic classification. SIB-200, dev-selected, five seeds on test:</a:t>
            </a:r>
          </a:p>
          <a:p>
            <a:endParaRPr lang="en-US" dirty="0"/>
          </a:p>
        </p:txBody>
      </p:sp>
      <p:sp>
        <p:nvSpPr>
          <p:cNvPr id="103" name="Text Placeholder 102">
            <a:extLst>
              <a:ext uri="{FF2B5EF4-FFF2-40B4-BE49-F238E27FC236}">
                <a16:creationId xmlns:a16="http://schemas.microsoft.com/office/drawing/2014/main" id="{DAAEDAF6-F9DF-8792-7E8F-D838794DE5B6}"/>
              </a:ext>
            </a:extLst>
          </p:cNvPr>
          <p:cNvSpPr>
            <a:spLocks noGrp="1"/>
          </p:cNvSpPr>
          <p:nvPr>
            <p:ph type="body" sz="quarter" idx="47"/>
          </p:nvPr>
        </p:nvSpPr>
        <p:spPr/>
        <p:txBody>
          <a:bodyPr vert="horz" lIns="91440" tIns="45720" rIns="91440" bIns="45720" rtlCol="0" anchor="t">
            <a:normAutofit fontScale="92500" lnSpcReduction="10000"/>
          </a:bodyPr>
          <a:lstStyle/>
          <a:p>
            <a:r>
              <a:rPr lang="en-US"/>
              <a:t>DISCUSSION</a:t>
            </a:r>
          </a:p>
        </p:txBody>
      </p:sp>
      <p:sp>
        <p:nvSpPr>
          <p:cNvPr id="108" name="Text Placeholder 107">
            <a:extLst>
              <a:ext uri="{FF2B5EF4-FFF2-40B4-BE49-F238E27FC236}">
                <a16:creationId xmlns:a16="http://schemas.microsoft.com/office/drawing/2014/main" id="{CF98DB09-B641-43E4-54DE-4F2C22B65F54}"/>
              </a:ext>
            </a:extLst>
          </p:cNvPr>
          <p:cNvSpPr>
            <a:spLocks noGrp="1"/>
          </p:cNvSpPr>
          <p:nvPr>
            <p:ph type="body" sz="quarter" idx="52"/>
          </p:nvPr>
        </p:nvSpPr>
        <p:spPr>
          <a:xfrm>
            <a:off x="14750255" y="9636984"/>
            <a:ext cx="5809825" cy="5804449"/>
          </a:xfrm>
        </p:spPr>
        <p:txBody>
          <a:bodyPr/>
          <a:lstStyle/>
          <a:p>
            <a:pPr>
              <a:spcBef>
                <a:spcPts val="1200"/>
              </a:spcBef>
            </a:pPr>
            <a:r>
              <a:rPr lang="en-US" sz="1600" dirty="0"/>
              <a:t>Label count vs. task type: NER’s flatter spread is not explained by its larger label set (6,876 vs. 701). Reducing NER to 2,000 sentences barely changes the spread; reducing it to 701 widens it only ~43% of the way toward topic classification. Both task type and label count matter, but neither explains the full gap.</a:t>
            </a:r>
          </a:p>
          <a:p>
            <a:pPr>
              <a:spcBef>
                <a:spcPts val="1200"/>
              </a:spcBef>
            </a:pPr>
            <a:r>
              <a:rPr lang="en-US" sz="1600" dirty="0"/>
              <a:t>Evidence limitations: SIB-200 has only 204 test items, so the 0.106 margin is larger than seed noise but still imprecise. </a:t>
            </a:r>
            <a:r>
              <a:rPr lang="en-US" sz="1600" dirty="0" err="1"/>
              <a:t>MasakhaNER</a:t>
            </a:r>
            <a:r>
              <a:rPr lang="en-US" sz="1600" dirty="0"/>
              <a:t> learning rates were tuned on the evaluation items. The only causal downstream evidence is the Yoruba vocabulary swap (4 seeds/side); the 17-language fertility gradient concerns tokenizers and has not yet been tested downstream.</a:t>
            </a:r>
          </a:p>
          <a:p>
            <a:pPr>
              <a:spcBef>
                <a:spcPts val="1200"/>
              </a:spcBef>
            </a:pPr>
            <a:r>
              <a:rPr lang="en-US" sz="1600" dirty="0"/>
              <a:t>Scaling: At </a:t>
            </a:r>
            <a:r>
              <a:rPr lang="en-US" sz="1600" dirty="0" err="1"/>
              <a:t>AfriBERTa</a:t>
            </a:r>
            <a:r>
              <a:rPr lang="en-US" sz="1600" dirty="0"/>
              <a:t> scale, the 86M model never outperformed the 33.8M model at any stable training-data rung, so scaling up is not the next step.</a:t>
            </a:r>
          </a:p>
        </p:txBody>
      </p:sp>
      <p:sp>
        <p:nvSpPr>
          <p:cNvPr id="116" name="Text Placeholder 115">
            <a:extLst>
              <a:ext uri="{FF2B5EF4-FFF2-40B4-BE49-F238E27FC236}">
                <a16:creationId xmlns:a16="http://schemas.microsoft.com/office/drawing/2014/main" id="{A6B608A9-C1AB-E26C-BF44-F0DFBB2DCC03}"/>
              </a:ext>
            </a:extLst>
          </p:cNvPr>
          <p:cNvSpPr>
            <a:spLocks noGrp="1"/>
          </p:cNvSpPr>
          <p:nvPr>
            <p:ph type="body" sz="quarter" idx="60"/>
          </p:nvPr>
        </p:nvSpPr>
        <p:spPr>
          <a:xfrm>
            <a:off x="14749830" y="13772399"/>
            <a:ext cx="5790351" cy="576262"/>
          </a:xfrm>
        </p:spPr>
        <p:txBody>
          <a:bodyPr>
            <a:normAutofit fontScale="70000" lnSpcReduction="20000"/>
          </a:bodyPr>
          <a:lstStyle/>
          <a:p>
            <a:r>
              <a:rPr lang="en-US" dirty="0"/>
              <a:t>Data Saturation at Fixed Compute &amp; Run-to-Run Spread by Vocabulary</a:t>
            </a:r>
          </a:p>
        </p:txBody>
      </p:sp>
      <p:sp>
        <p:nvSpPr>
          <p:cNvPr id="131" name="Text Placeholder 130">
            <a:extLst>
              <a:ext uri="{FF2B5EF4-FFF2-40B4-BE49-F238E27FC236}">
                <a16:creationId xmlns:a16="http://schemas.microsoft.com/office/drawing/2014/main" id="{7A34A17A-90E3-FC69-7808-8333DE645F08}"/>
              </a:ext>
            </a:extLst>
          </p:cNvPr>
          <p:cNvSpPr>
            <a:spLocks noGrp="1"/>
          </p:cNvSpPr>
          <p:nvPr>
            <p:ph type="body" sz="quarter" idx="75"/>
          </p:nvPr>
        </p:nvSpPr>
        <p:spPr>
          <a:xfrm>
            <a:off x="14744701" y="23514556"/>
            <a:ext cx="5829299" cy="1467448"/>
          </a:xfrm>
        </p:spPr>
        <p:txBody>
          <a:bodyPr/>
          <a:lstStyle/>
          <a:p>
            <a:pPr>
              <a:spcBef>
                <a:spcPts val="1200"/>
              </a:spcBef>
            </a:pPr>
            <a:r>
              <a:rPr lang="en-US" dirty="0"/>
              <a:t>Above: English control, same model and compute, more unique text. Loss falls from 4M to 64M tokens, then levels off. Going from 64M to 1,024M (16x more text) changes the score by 0.08, which is inside run-to-run noise (0.19).</a:t>
            </a:r>
          </a:p>
          <a:p>
            <a:pPr>
              <a:spcBef>
                <a:spcPts val="1200"/>
              </a:spcBef>
            </a:pPr>
            <a:r>
              <a:rPr lang="en-US" dirty="0"/>
              <a:t>Below: Vocabulary swap, 6 runs each. XLM-R’s 250k vocabulary and our 16k BPE, same </a:t>
            </a:r>
            <a:r>
              <a:rPr lang="en-US" dirty="0">
                <a:ea typeface="+mn-lt"/>
                <a:cs typeface="+mn-lt"/>
              </a:rPr>
              <a:t>Yorùbá</a:t>
            </a:r>
            <a:r>
              <a:rPr lang="en-US" dirty="0"/>
              <a:t> text and compute. Average quality is close (0.989 vs 0.930 bits/char). The 16k runs stay in a tight band; the 250k runs scatter from about 0.83 to 1.15.</a:t>
            </a:r>
          </a:p>
        </p:txBody>
      </p:sp>
      <p:sp>
        <p:nvSpPr>
          <p:cNvPr id="106" name="Text Placeholder 105">
            <a:extLst>
              <a:ext uri="{FF2B5EF4-FFF2-40B4-BE49-F238E27FC236}">
                <a16:creationId xmlns:a16="http://schemas.microsoft.com/office/drawing/2014/main" id="{20092957-1B80-4C68-041B-6B55511E1E92}"/>
              </a:ext>
            </a:extLst>
          </p:cNvPr>
          <p:cNvSpPr>
            <a:spLocks noGrp="1"/>
          </p:cNvSpPr>
          <p:nvPr>
            <p:ph type="body" sz="quarter" idx="50"/>
          </p:nvPr>
        </p:nvSpPr>
        <p:spPr>
          <a:xfrm>
            <a:off x="14744700" y="27319001"/>
            <a:ext cx="5829300" cy="577849"/>
          </a:xfrm>
        </p:spPr>
        <p:txBody>
          <a:bodyPr vert="horz" lIns="91440" tIns="45720" rIns="91440" bIns="45720" rtlCol="0" anchor="t">
            <a:normAutofit/>
          </a:bodyPr>
          <a:lstStyle/>
          <a:p>
            <a:r>
              <a:rPr lang="en-US" sz="2800" dirty="0"/>
              <a:t>SOURCES</a:t>
            </a:r>
          </a:p>
        </p:txBody>
      </p:sp>
      <p:sp>
        <p:nvSpPr>
          <p:cNvPr id="114" name="Text Placeholder 113">
            <a:extLst>
              <a:ext uri="{FF2B5EF4-FFF2-40B4-BE49-F238E27FC236}">
                <a16:creationId xmlns:a16="http://schemas.microsoft.com/office/drawing/2014/main" id="{B1E74DE3-C6B9-4BEE-3C3F-818F4D6D9272}"/>
              </a:ext>
            </a:extLst>
          </p:cNvPr>
          <p:cNvSpPr>
            <a:spLocks noGrp="1"/>
          </p:cNvSpPr>
          <p:nvPr>
            <p:ph type="body" sz="quarter" idx="58"/>
          </p:nvPr>
        </p:nvSpPr>
        <p:spPr>
          <a:xfrm>
            <a:off x="14730781" y="27966897"/>
            <a:ext cx="5829299" cy="3885925"/>
          </a:xfrm>
        </p:spPr>
        <p:txBody>
          <a:bodyPr/>
          <a:lstStyle/>
          <a:p>
            <a:pPr marL="0" indent="0">
              <a:spcBef>
                <a:spcPts val="1200"/>
              </a:spcBef>
              <a:buNone/>
            </a:pPr>
            <a:r>
              <a:rPr lang="en-US" sz="1200" dirty="0"/>
              <a:t>A. </a:t>
            </a:r>
            <a:r>
              <a:rPr lang="en-US" sz="1200" dirty="0" err="1"/>
              <a:t>Conneau</a:t>
            </a:r>
            <a:r>
              <a:rPr lang="en-US" sz="1200" dirty="0"/>
              <a:t> et al., “Unsupervised cross-lingual representation learning at scale,” ACL, 2020, pp. 8440–8451.</a:t>
            </a:r>
          </a:p>
          <a:p>
            <a:pPr marL="0" indent="0">
              <a:spcBef>
                <a:spcPts val="1200"/>
              </a:spcBef>
              <a:buNone/>
            </a:pPr>
            <a:r>
              <a:rPr lang="en-US" sz="1200" dirty="0"/>
              <a:t>M. Marone et al., “</a:t>
            </a:r>
            <a:r>
              <a:rPr lang="en-US" sz="1200" dirty="0" err="1"/>
              <a:t>mmBERT</a:t>
            </a:r>
            <a:r>
              <a:rPr lang="en-US" sz="1200" dirty="0"/>
              <a:t>: A modern multilingual encoder with annealed language learning,” arXiv:2509.06888, 2025.</a:t>
            </a:r>
          </a:p>
          <a:p>
            <a:pPr marL="0" indent="0">
              <a:spcBef>
                <a:spcPts val="1200"/>
              </a:spcBef>
              <a:buNone/>
            </a:pPr>
            <a:r>
              <a:rPr lang="en-US" sz="1200" dirty="0"/>
              <a:t>Y. Liu et al., “</a:t>
            </a:r>
            <a:r>
              <a:rPr lang="en-US" sz="1200" dirty="0" err="1"/>
              <a:t>RoBERTa</a:t>
            </a:r>
            <a:r>
              <a:rPr lang="en-US" sz="1200" dirty="0"/>
              <a:t>: A robustly optimized BERT pretraining approach,” arXiv:1907.11692, 2019.</a:t>
            </a:r>
          </a:p>
          <a:p>
            <a:pPr marL="0" indent="0">
              <a:spcBef>
                <a:spcPts val="1200"/>
              </a:spcBef>
              <a:buNone/>
            </a:pPr>
            <a:r>
              <a:rPr lang="en-US" sz="1200" dirty="0"/>
              <a:t>J. Devlin et al., “BERT: Pre-training of deep bidirectional transformers for language understanding,” NAACL-HLT, 2019, pp. 4171–4186.</a:t>
            </a:r>
          </a:p>
          <a:p>
            <a:pPr marL="0" indent="0">
              <a:spcBef>
                <a:spcPts val="1200"/>
              </a:spcBef>
              <a:buNone/>
            </a:pPr>
            <a:r>
              <a:rPr lang="en-US" sz="1200" dirty="0"/>
              <a:t>K. </a:t>
            </a:r>
            <a:r>
              <a:rPr lang="en-US" sz="1200" dirty="0" err="1"/>
              <a:t>Ogueji</a:t>
            </a:r>
            <a:r>
              <a:rPr lang="en-US" sz="1200" dirty="0"/>
              <a:t>, Y. Zhu, and J. Lin, “Small data? No problem! …,” MRL @ EMNLP, 2021, pp. 116–126.</a:t>
            </a:r>
          </a:p>
          <a:p>
            <a:pPr marL="0" indent="0">
              <a:spcBef>
                <a:spcPts val="1200"/>
              </a:spcBef>
              <a:buNone/>
            </a:pPr>
            <a:r>
              <a:rPr lang="en-US" sz="1200" dirty="0"/>
              <a:t>D. I. Adelani et al., “SIB-200 …,” EACL, 2024, pp. 226–245.</a:t>
            </a:r>
          </a:p>
          <a:p>
            <a:pPr marL="0" indent="0">
              <a:spcBef>
                <a:spcPts val="1200"/>
              </a:spcBef>
              <a:buNone/>
            </a:pPr>
            <a:r>
              <a:rPr lang="en-US" sz="1200" dirty="0"/>
              <a:t>D. I. Adelani et al., “</a:t>
            </a:r>
            <a:r>
              <a:rPr lang="en-US" sz="1200" dirty="0" err="1"/>
              <a:t>MasakhaNER</a:t>
            </a:r>
            <a:r>
              <a:rPr lang="en-US" sz="1200" dirty="0"/>
              <a:t> 2.0 …,” EMNLP, 2022, pp. 4488–4508.</a:t>
            </a:r>
          </a:p>
          <a:p>
            <a:pPr marL="0" indent="0">
              <a:spcBef>
                <a:spcPts val="1200"/>
              </a:spcBef>
              <a:buNone/>
            </a:pPr>
            <a:r>
              <a:rPr lang="en-US" sz="1200" dirty="0"/>
              <a:t>G. Penedo et al., “FineWeb2: One pipeline to scale them all …,” arXiv:2506.20920, 2025.</a:t>
            </a:r>
          </a:p>
          <a:p>
            <a:pPr marL="0" indent="0">
              <a:spcBef>
                <a:spcPts val="1200"/>
              </a:spcBef>
              <a:buNone/>
            </a:pPr>
            <a:r>
              <a:rPr lang="en-US" sz="1200" dirty="0" err="1"/>
              <a:t>FineWeb</a:t>
            </a:r>
            <a:r>
              <a:rPr lang="en-US" sz="1200" dirty="0"/>
              <a:t> — G. Penedo et al., “The </a:t>
            </a:r>
            <a:r>
              <a:rPr lang="en-US" sz="1200" dirty="0" err="1"/>
              <a:t>FineWeb</a:t>
            </a:r>
            <a:r>
              <a:rPr lang="en-US" sz="1200" dirty="0"/>
              <a:t> datasets …,” </a:t>
            </a:r>
            <a:r>
              <a:rPr lang="en-US" sz="1200" dirty="0" err="1"/>
              <a:t>NeurIPS</a:t>
            </a:r>
            <a:r>
              <a:rPr lang="en-US" sz="1200" dirty="0"/>
              <a:t> Datasets and Benchmarks, 2024.</a:t>
            </a:r>
          </a:p>
        </p:txBody>
      </p:sp>
      <p:pic>
        <p:nvPicPr>
          <p:cNvPr id="2" name="Picture Placeholder 1">
            <a:extLst>
              <a:ext uri="{FF2B5EF4-FFF2-40B4-BE49-F238E27FC236}">
                <a16:creationId xmlns:a16="http://schemas.microsoft.com/office/drawing/2014/main" id="{E519D2AF-E06B-411A-BA20-490B5A79173C}"/>
              </a:ext>
            </a:extLst>
          </p:cNvPr>
          <p:cNvPicPr>
            <a:picLocks noGrp="1" noChangeAspect="1"/>
          </p:cNvPicPr>
          <p:nvPr>
            <p:ph type="pic" sz="quarter" idx="26"/>
          </p:nvPr>
        </p:nvPicPr>
        <p:blipFill>
          <a:blip r:embed="rId2"/>
          <a:srcRect t="102" b="102"/>
          <a:stretch/>
        </p:blipFill>
        <p:spPr>
          <a:xfrm>
            <a:off x="1371600" y="26722750"/>
            <a:ext cx="5809826" cy="4309699"/>
          </a:xfrm>
          <a:prstGeom prst="rect">
            <a:avLst/>
          </a:prstGeom>
          <a:solidFill>
            <a:srgbClr val="FFFFFF">
              <a:lumMod val="95000"/>
            </a:srgbClr>
          </a:solidFill>
        </p:spPr>
      </p:pic>
      <p:pic>
        <p:nvPicPr>
          <p:cNvPr id="7" name="Picture Placeholder 1">
            <a:extLst>
              <a:ext uri="{FF2B5EF4-FFF2-40B4-BE49-F238E27FC236}">
                <a16:creationId xmlns:a16="http://schemas.microsoft.com/office/drawing/2014/main" id="{67BB7651-B62E-5086-9A36-EB7240BA8105}"/>
              </a:ext>
            </a:extLst>
          </p:cNvPr>
          <p:cNvPicPr>
            <a:picLocks noChangeAspect="1"/>
          </p:cNvPicPr>
          <p:nvPr/>
        </p:nvPicPr>
        <p:blipFill>
          <a:blip>
            <a:extLst>
              <a:ext uri="{96DAC541-7B7A-43D3-8B79-37D633B846F1}">
                <asvg:svgBlip xmlns:asvg="http://schemas.microsoft.com/office/drawing/2016/SVG/main" r:embed="rId3"/>
              </a:ext>
            </a:extLst>
          </a:blip>
          <a:srcRect t="56" b="56"/>
          <a:stretch/>
        </p:blipFill>
        <p:spPr>
          <a:xfrm>
            <a:off x="1404938" y="15368141"/>
            <a:ext cx="5809826" cy="4309699"/>
          </a:xfrm>
          <a:prstGeom prst="rect">
            <a:avLst/>
          </a:prstGeom>
          <a:solidFill>
            <a:srgbClr val="FFFFFF">
              <a:lumMod val="95000"/>
            </a:srgbClr>
          </a:solidFill>
        </p:spPr>
      </p:pic>
      <p:pic>
        <p:nvPicPr>
          <p:cNvPr id="11" name="Picture 10">
            <a:extLst>
              <a:ext uri="{FF2B5EF4-FFF2-40B4-BE49-F238E27FC236}">
                <a16:creationId xmlns:a16="http://schemas.microsoft.com/office/drawing/2014/main" id="{9A3AF786-22B7-2EEB-E7F5-A78D14E4CE2E}"/>
              </a:ext>
            </a:extLst>
          </p:cNvPr>
          <p:cNvPicPr>
            <a:picLocks noChangeAspect="1"/>
          </p:cNvPicPr>
          <p:nvPr/>
        </p:nvPicPr>
        <p:blipFill>
          <a:blip r:embed="rId4"/>
          <a:srcRect/>
          <a:stretch/>
        </p:blipFill>
        <p:spPr>
          <a:xfrm>
            <a:off x="14734154" y="14404211"/>
            <a:ext cx="5806452" cy="4315977"/>
          </a:xfrm>
          <a:prstGeom prst="rect">
            <a:avLst/>
          </a:prstGeom>
        </p:spPr>
      </p:pic>
      <p:sp>
        <p:nvSpPr>
          <p:cNvPr id="16" name="TextBox 15">
            <a:extLst>
              <a:ext uri="{FF2B5EF4-FFF2-40B4-BE49-F238E27FC236}">
                <a16:creationId xmlns:a16="http://schemas.microsoft.com/office/drawing/2014/main" id="{9336F7FD-65E9-005C-8F53-B7B8A3E287AB}"/>
              </a:ext>
            </a:extLst>
          </p:cNvPr>
          <p:cNvSpPr txBox="1"/>
          <p:nvPr/>
        </p:nvSpPr>
        <p:spPr>
          <a:xfrm>
            <a:off x="1404939" y="19939379"/>
            <a:ext cx="5809826" cy="738664"/>
          </a:xfrm>
          <a:prstGeom prst="rect">
            <a:avLst/>
          </a:prstGeom>
          <a:noFill/>
        </p:spPr>
        <p:txBody>
          <a:bodyPr wrap="square" rtlCol="0">
            <a:spAutoFit/>
          </a:bodyPr>
          <a:lstStyle/>
          <a:p>
            <a:r>
              <a:rPr lang="en-US" sz="1400" dirty="0"/>
              <a:t>Pretraining a model from scratch compared to </a:t>
            </a:r>
            <a:r>
              <a:rPr lang="en-US" sz="1400" dirty="0" err="1"/>
              <a:t>mmBERT</a:t>
            </a:r>
            <a:r>
              <a:rPr lang="en-US" sz="1400" dirty="0"/>
              <a:t> and XLM-R. Dashed line is what the same architecture scores with no pretraining at all. </a:t>
            </a:r>
          </a:p>
        </p:txBody>
      </p:sp>
      <p:pic>
        <p:nvPicPr>
          <p:cNvPr id="13" name="Picture 12">
            <a:extLst>
              <a:ext uri="{FF2B5EF4-FFF2-40B4-BE49-F238E27FC236}">
                <a16:creationId xmlns:a16="http://schemas.microsoft.com/office/drawing/2014/main" id="{FD14121F-6588-976B-38D0-B9F0E232C69F}"/>
              </a:ext>
            </a:extLst>
          </p:cNvPr>
          <p:cNvPicPr>
            <a:picLocks noChangeAspect="1"/>
          </p:cNvPicPr>
          <p:nvPr/>
        </p:nvPicPr>
        <p:blipFill>
          <a:blip r:embed="rId5"/>
          <a:stretch>
            <a:fillRect/>
          </a:stretch>
        </p:blipFill>
        <p:spPr>
          <a:xfrm>
            <a:off x="14773102" y="19119350"/>
            <a:ext cx="5806452" cy="4315977"/>
          </a:xfrm>
          <a:prstGeom prst="rect">
            <a:avLst/>
          </a:prstGeom>
        </p:spPr>
      </p:pic>
      <p:pic>
        <p:nvPicPr>
          <p:cNvPr id="20" name="Picture 19">
            <a:extLst>
              <a:ext uri="{FF2B5EF4-FFF2-40B4-BE49-F238E27FC236}">
                <a16:creationId xmlns:a16="http://schemas.microsoft.com/office/drawing/2014/main" id="{8FA226B2-B0E7-A1CE-40B5-0032E990931E}"/>
              </a:ext>
            </a:extLst>
          </p:cNvPr>
          <p:cNvPicPr>
            <a:picLocks noChangeAspect="1"/>
          </p:cNvPicPr>
          <p:nvPr/>
        </p:nvPicPr>
        <p:blipFill>
          <a:blip r:embed="rId6"/>
          <a:stretch>
            <a:fillRect/>
          </a:stretch>
        </p:blipFill>
        <p:spPr>
          <a:xfrm>
            <a:off x="7830310" y="26781125"/>
            <a:ext cx="6299632" cy="4682560"/>
          </a:xfrm>
          <a:prstGeom prst="rect">
            <a:avLst/>
          </a:prstGeom>
        </p:spPr>
      </p:pic>
      <p:sp>
        <p:nvSpPr>
          <p:cNvPr id="3" name="TextBox 2">
            <a:extLst>
              <a:ext uri="{FF2B5EF4-FFF2-40B4-BE49-F238E27FC236}">
                <a16:creationId xmlns:a16="http://schemas.microsoft.com/office/drawing/2014/main" id="{BF66CDE9-CD9A-56CD-06E3-3B9848A4DF0D}"/>
              </a:ext>
            </a:extLst>
          </p:cNvPr>
          <p:cNvSpPr txBox="1"/>
          <p:nvPr/>
        </p:nvSpPr>
        <p:spPr>
          <a:xfrm>
            <a:off x="1404939" y="5899257"/>
            <a:ext cx="8125942" cy="461665"/>
          </a:xfrm>
          <a:prstGeom prst="rect">
            <a:avLst/>
          </a:prstGeom>
          <a:noFill/>
        </p:spPr>
        <p:txBody>
          <a:bodyPr wrap="none" rtlCol="0">
            <a:spAutoFit/>
          </a:bodyPr>
          <a:lstStyle/>
          <a:p>
            <a:r>
              <a:rPr lang="en-US" sz="2400" dirty="0">
                <a:solidFill>
                  <a:schemeClr val="bg2"/>
                </a:solidFill>
                <a:latin typeface="+mj-lt"/>
              </a:rPr>
              <a:t>Patrick Kwok · Jeffrey Stall · Leon Wan · CSED 504</a:t>
            </a:r>
          </a:p>
        </p:txBody>
      </p:sp>
      <p:sp>
        <p:nvSpPr>
          <p:cNvPr id="4" name="Text Placeholder 105">
            <a:extLst>
              <a:ext uri="{FF2B5EF4-FFF2-40B4-BE49-F238E27FC236}">
                <a16:creationId xmlns:a16="http://schemas.microsoft.com/office/drawing/2014/main" id="{77ACED26-F60E-F777-9FB1-D5CACD9D6D01}"/>
              </a:ext>
            </a:extLst>
          </p:cNvPr>
          <p:cNvSpPr txBox="1">
            <a:spLocks/>
          </p:cNvSpPr>
          <p:nvPr/>
        </p:nvSpPr>
        <p:spPr>
          <a:xfrm>
            <a:off x="14773103" y="25161794"/>
            <a:ext cx="5829300" cy="577849"/>
          </a:xfrm>
          <a:prstGeom prst="rect">
            <a:avLst/>
          </a:prstGeom>
        </p:spPr>
        <p:txBody>
          <a:bodyPr vert="horz" lIns="91440" tIns="45720" rIns="91440" bIns="45720" rtlCol="0" anchor="t">
            <a:normAutofit fontScale="70000" lnSpcReduction="20000"/>
          </a:bodyPr>
          <a:lstStyle>
            <a:lvl1pPr marL="0" indent="0" algn="l" defTabSz="2194560" rtl="0" eaLnBrk="1" latinLnBrk="0" hangingPunct="1">
              <a:lnSpc>
                <a:spcPct val="90000"/>
              </a:lnSpc>
              <a:spcBef>
                <a:spcPts val="2400"/>
              </a:spcBef>
              <a:buFont typeface="Arial" panose="020B0604020202020204" pitchFamily="34" charset="0"/>
              <a:buNone/>
              <a:defRPr sz="4000" kern="1200">
                <a:solidFill>
                  <a:schemeClr val="tx2"/>
                </a:solidFill>
                <a:latin typeface="+mj-lt"/>
                <a:ea typeface="+mn-ea"/>
                <a:cs typeface="+mn-cs"/>
              </a:defRPr>
            </a:lvl1pPr>
            <a:lvl2pPr marL="1097280" indent="0" algn="l" defTabSz="2194560" rtl="0" eaLnBrk="1" latinLnBrk="0" hangingPunct="1">
              <a:lnSpc>
                <a:spcPct val="90000"/>
              </a:lnSpc>
              <a:spcBef>
                <a:spcPts val="1200"/>
              </a:spcBef>
              <a:buFont typeface="Arial" panose="020B0604020202020204" pitchFamily="34" charset="0"/>
              <a:buNone/>
              <a:defRPr sz="4000" kern="1200">
                <a:solidFill>
                  <a:schemeClr val="tx2"/>
                </a:solidFill>
                <a:latin typeface="+mj-lt"/>
                <a:ea typeface="+mn-ea"/>
                <a:cs typeface="+mn-cs"/>
              </a:defRPr>
            </a:lvl2pPr>
            <a:lvl3pPr marL="2194560" indent="0" algn="l" defTabSz="2194560" rtl="0" eaLnBrk="1" latinLnBrk="0" hangingPunct="1">
              <a:lnSpc>
                <a:spcPct val="90000"/>
              </a:lnSpc>
              <a:spcBef>
                <a:spcPts val="1200"/>
              </a:spcBef>
              <a:buFont typeface="Arial" panose="020B0604020202020204" pitchFamily="34" charset="0"/>
              <a:buNone/>
              <a:defRPr sz="4000" kern="1200">
                <a:solidFill>
                  <a:schemeClr val="tx2"/>
                </a:solidFill>
                <a:latin typeface="+mj-lt"/>
                <a:ea typeface="+mn-ea"/>
                <a:cs typeface="+mn-cs"/>
              </a:defRPr>
            </a:lvl3pPr>
            <a:lvl4pPr marL="3291840" indent="0" algn="l" defTabSz="2194560" rtl="0" eaLnBrk="1" latinLnBrk="0" hangingPunct="1">
              <a:lnSpc>
                <a:spcPct val="90000"/>
              </a:lnSpc>
              <a:spcBef>
                <a:spcPts val="1200"/>
              </a:spcBef>
              <a:buFont typeface="Arial" panose="020B0604020202020204" pitchFamily="34" charset="0"/>
              <a:buNone/>
              <a:defRPr sz="4000" kern="1200">
                <a:solidFill>
                  <a:schemeClr val="tx2"/>
                </a:solidFill>
                <a:latin typeface="+mj-lt"/>
                <a:ea typeface="+mn-ea"/>
                <a:cs typeface="+mn-cs"/>
              </a:defRPr>
            </a:lvl4pPr>
            <a:lvl5pPr marL="4389120" indent="0" algn="l" defTabSz="2194560" rtl="0" eaLnBrk="1" latinLnBrk="0" hangingPunct="1">
              <a:lnSpc>
                <a:spcPct val="90000"/>
              </a:lnSpc>
              <a:spcBef>
                <a:spcPts val="1200"/>
              </a:spcBef>
              <a:buFont typeface="Arial" panose="020B0604020202020204" pitchFamily="34" charset="0"/>
              <a:buNone/>
              <a:defRPr sz="4000" kern="1200">
                <a:solidFill>
                  <a:schemeClr val="tx2"/>
                </a:solidFill>
                <a:latin typeface="+mj-lt"/>
                <a:ea typeface="+mn-ea"/>
                <a:cs typeface="+mn-cs"/>
              </a:defRPr>
            </a:lvl5pPr>
            <a:lvl6pPr marL="6035040" indent="-548640" algn="l" defTabSz="2194560"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6pPr>
            <a:lvl7pPr marL="7132320" indent="-548640" algn="l" defTabSz="2194560"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7pPr>
            <a:lvl8pPr marL="8229600" indent="-548640" algn="l" defTabSz="2194560"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8pPr>
            <a:lvl9pPr marL="9326880" indent="-548640" algn="l" defTabSz="2194560"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9pPr>
          </a:lstStyle>
          <a:p>
            <a:r>
              <a:rPr lang="en-US" dirty="0"/>
              <a:t>ETHICAL IMPACT &amp; AI USAGE</a:t>
            </a:r>
          </a:p>
        </p:txBody>
      </p:sp>
      <p:sp>
        <p:nvSpPr>
          <p:cNvPr id="5" name="Text Placeholder 113">
            <a:extLst>
              <a:ext uri="{FF2B5EF4-FFF2-40B4-BE49-F238E27FC236}">
                <a16:creationId xmlns:a16="http://schemas.microsoft.com/office/drawing/2014/main" id="{7FAA85D4-868A-82BB-0E29-A7898FB65D5F}"/>
              </a:ext>
            </a:extLst>
          </p:cNvPr>
          <p:cNvSpPr txBox="1">
            <a:spLocks/>
          </p:cNvSpPr>
          <p:nvPr/>
        </p:nvSpPr>
        <p:spPr>
          <a:xfrm>
            <a:off x="14773103" y="25522713"/>
            <a:ext cx="5829299" cy="1590531"/>
          </a:xfrm>
          <a:prstGeom prst="rect">
            <a:avLst/>
          </a:prstGeom>
        </p:spPr>
        <p:txBody>
          <a:bodyPr vert="horz" lIns="91440" tIns="45720" rIns="91440" bIns="45720" rtlCol="0">
            <a:noAutofit/>
          </a:bodyPr>
          <a:lstStyle>
            <a:lvl1pPr marL="285750" indent="-285750" algn="l" defTabSz="2194560" rtl="0" eaLnBrk="1" latinLnBrk="0" hangingPunct="1">
              <a:lnSpc>
                <a:spcPct val="90000"/>
              </a:lnSpc>
              <a:spcBef>
                <a:spcPts val="2400"/>
              </a:spcBef>
              <a:buFont typeface="Arial" panose="020B0604020202020204" pitchFamily="34" charset="0"/>
              <a:buChar char="•"/>
              <a:defRPr sz="1800" kern="1200">
                <a:solidFill>
                  <a:schemeClr val="tx1"/>
                </a:solidFill>
                <a:latin typeface="+mn-lt"/>
                <a:ea typeface="+mn-ea"/>
                <a:cs typeface="+mn-cs"/>
              </a:defRPr>
            </a:lvl1pPr>
            <a:lvl2pPr marL="1645920" indent="-548640" algn="l" defTabSz="2194560" rtl="0" eaLnBrk="1" latinLnBrk="0" hangingPunct="1">
              <a:lnSpc>
                <a:spcPct val="90000"/>
              </a:lnSpc>
              <a:spcBef>
                <a:spcPts val="1200"/>
              </a:spcBef>
              <a:buFont typeface="Arial" panose="020B0604020202020204" pitchFamily="34" charset="0"/>
              <a:buChar char="•"/>
              <a:defRPr sz="1800" kern="1200">
                <a:solidFill>
                  <a:schemeClr val="tx1"/>
                </a:solidFill>
                <a:latin typeface="+mn-lt"/>
                <a:ea typeface="+mn-ea"/>
                <a:cs typeface="+mn-cs"/>
              </a:defRPr>
            </a:lvl2pPr>
            <a:lvl3pPr marL="2743200" indent="-548640" algn="l" defTabSz="2194560" rtl="0" eaLnBrk="1" latinLnBrk="0" hangingPunct="1">
              <a:lnSpc>
                <a:spcPct val="90000"/>
              </a:lnSpc>
              <a:spcBef>
                <a:spcPts val="1200"/>
              </a:spcBef>
              <a:buFont typeface="Arial" panose="020B0604020202020204" pitchFamily="34" charset="0"/>
              <a:buChar char="•"/>
              <a:defRPr sz="1800" kern="1200">
                <a:solidFill>
                  <a:schemeClr val="tx1"/>
                </a:solidFill>
                <a:latin typeface="+mn-lt"/>
                <a:ea typeface="+mn-ea"/>
                <a:cs typeface="+mn-cs"/>
              </a:defRPr>
            </a:lvl3pPr>
            <a:lvl4pPr marL="3840480" indent="-548640" algn="l" defTabSz="2194560" rtl="0" eaLnBrk="1" latinLnBrk="0" hangingPunct="1">
              <a:lnSpc>
                <a:spcPct val="90000"/>
              </a:lnSpc>
              <a:spcBef>
                <a:spcPts val="1200"/>
              </a:spcBef>
              <a:buFont typeface="Arial" panose="020B0604020202020204" pitchFamily="34" charset="0"/>
              <a:buChar char="•"/>
              <a:defRPr sz="1800" kern="1200">
                <a:solidFill>
                  <a:schemeClr val="tx1"/>
                </a:solidFill>
                <a:latin typeface="+mn-lt"/>
                <a:ea typeface="+mn-ea"/>
                <a:cs typeface="+mn-cs"/>
              </a:defRPr>
            </a:lvl4pPr>
            <a:lvl5pPr marL="4937760" indent="-548640" algn="l" defTabSz="2194560" rtl="0" eaLnBrk="1" latinLnBrk="0" hangingPunct="1">
              <a:lnSpc>
                <a:spcPct val="90000"/>
              </a:lnSpc>
              <a:spcBef>
                <a:spcPts val="1200"/>
              </a:spcBef>
              <a:buFont typeface="Arial" panose="020B0604020202020204" pitchFamily="34" charset="0"/>
              <a:buChar char="•"/>
              <a:defRPr sz="1800" kern="1200">
                <a:solidFill>
                  <a:schemeClr val="tx1"/>
                </a:solidFill>
                <a:latin typeface="+mn-lt"/>
                <a:ea typeface="+mn-ea"/>
                <a:cs typeface="+mn-cs"/>
              </a:defRPr>
            </a:lvl5pPr>
            <a:lvl6pPr marL="6035040" indent="-548640" algn="l" defTabSz="2194560"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6pPr>
            <a:lvl7pPr marL="7132320" indent="-548640" algn="l" defTabSz="2194560"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7pPr>
            <a:lvl8pPr marL="8229600" indent="-548640" algn="l" defTabSz="2194560"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8pPr>
            <a:lvl9pPr marL="9326880" indent="-548640" algn="l" defTabSz="2194560"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9pPr>
          </a:lstStyle>
          <a:p>
            <a:pPr marL="0" indent="0">
              <a:spcBef>
                <a:spcPts val="1200"/>
              </a:spcBef>
              <a:buFont typeface="Arial" panose="020B0604020202020204" pitchFamily="34" charset="0"/>
              <a:buNone/>
            </a:pPr>
            <a:endParaRPr lang="en-US" sz="1200" dirty="0"/>
          </a:p>
        </p:txBody>
      </p:sp>
      <p:sp>
        <p:nvSpPr>
          <p:cNvPr id="8" name="Text Placeholder 113">
            <a:extLst>
              <a:ext uri="{FF2B5EF4-FFF2-40B4-BE49-F238E27FC236}">
                <a16:creationId xmlns:a16="http://schemas.microsoft.com/office/drawing/2014/main" id="{6372F8C1-2695-F9E3-2093-362515E94B2F}"/>
              </a:ext>
            </a:extLst>
          </p:cNvPr>
          <p:cNvSpPr txBox="1">
            <a:spLocks/>
          </p:cNvSpPr>
          <p:nvPr/>
        </p:nvSpPr>
        <p:spPr>
          <a:xfrm>
            <a:off x="14749830" y="25796299"/>
            <a:ext cx="5829299" cy="3885925"/>
          </a:xfrm>
          <a:prstGeom prst="rect">
            <a:avLst/>
          </a:prstGeom>
        </p:spPr>
        <p:txBody>
          <a:bodyPr vert="horz" lIns="91440" tIns="45720" rIns="91440" bIns="45720" rtlCol="0">
            <a:noAutofit/>
          </a:bodyPr>
          <a:lstStyle>
            <a:lvl1pPr marL="285750" indent="-285750" algn="l" defTabSz="2194560" rtl="0" eaLnBrk="1" latinLnBrk="0" hangingPunct="1">
              <a:lnSpc>
                <a:spcPct val="90000"/>
              </a:lnSpc>
              <a:spcBef>
                <a:spcPts val="2400"/>
              </a:spcBef>
              <a:buFont typeface="Arial" panose="020B0604020202020204" pitchFamily="34" charset="0"/>
              <a:buChar char="•"/>
              <a:defRPr sz="1800" kern="1200">
                <a:solidFill>
                  <a:schemeClr val="tx1"/>
                </a:solidFill>
                <a:latin typeface="+mn-lt"/>
                <a:ea typeface="+mn-ea"/>
                <a:cs typeface="+mn-cs"/>
              </a:defRPr>
            </a:lvl1pPr>
            <a:lvl2pPr marL="1645920" indent="-548640" algn="l" defTabSz="2194560" rtl="0" eaLnBrk="1" latinLnBrk="0" hangingPunct="1">
              <a:lnSpc>
                <a:spcPct val="90000"/>
              </a:lnSpc>
              <a:spcBef>
                <a:spcPts val="1200"/>
              </a:spcBef>
              <a:buFont typeface="Arial" panose="020B0604020202020204" pitchFamily="34" charset="0"/>
              <a:buChar char="•"/>
              <a:defRPr sz="1800" kern="1200">
                <a:solidFill>
                  <a:schemeClr val="tx1"/>
                </a:solidFill>
                <a:latin typeface="+mn-lt"/>
                <a:ea typeface="+mn-ea"/>
                <a:cs typeface="+mn-cs"/>
              </a:defRPr>
            </a:lvl2pPr>
            <a:lvl3pPr marL="2743200" indent="-548640" algn="l" defTabSz="2194560" rtl="0" eaLnBrk="1" latinLnBrk="0" hangingPunct="1">
              <a:lnSpc>
                <a:spcPct val="90000"/>
              </a:lnSpc>
              <a:spcBef>
                <a:spcPts val="1200"/>
              </a:spcBef>
              <a:buFont typeface="Arial" panose="020B0604020202020204" pitchFamily="34" charset="0"/>
              <a:buChar char="•"/>
              <a:defRPr sz="1800" kern="1200">
                <a:solidFill>
                  <a:schemeClr val="tx1"/>
                </a:solidFill>
                <a:latin typeface="+mn-lt"/>
                <a:ea typeface="+mn-ea"/>
                <a:cs typeface="+mn-cs"/>
              </a:defRPr>
            </a:lvl3pPr>
            <a:lvl4pPr marL="3840480" indent="-548640" algn="l" defTabSz="2194560" rtl="0" eaLnBrk="1" latinLnBrk="0" hangingPunct="1">
              <a:lnSpc>
                <a:spcPct val="90000"/>
              </a:lnSpc>
              <a:spcBef>
                <a:spcPts val="1200"/>
              </a:spcBef>
              <a:buFont typeface="Arial" panose="020B0604020202020204" pitchFamily="34" charset="0"/>
              <a:buChar char="•"/>
              <a:defRPr sz="1800" kern="1200">
                <a:solidFill>
                  <a:schemeClr val="tx1"/>
                </a:solidFill>
                <a:latin typeface="+mn-lt"/>
                <a:ea typeface="+mn-ea"/>
                <a:cs typeface="+mn-cs"/>
              </a:defRPr>
            </a:lvl4pPr>
            <a:lvl5pPr marL="4937760" indent="-548640" algn="l" defTabSz="2194560" rtl="0" eaLnBrk="1" latinLnBrk="0" hangingPunct="1">
              <a:lnSpc>
                <a:spcPct val="90000"/>
              </a:lnSpc>
              <a:spcBef>
                <a:spcPts val="1200"/>
              </a:spcBef>
              <a:buFont typeface="Arial" panose="020B0604020202020204" pitchFamily="34" charset="0"/>
              <a:buChar char="•"/>
              <a:defRPr sz="1800" kern="1200">
                <a:solidFill>
                  <a:schemeClr val="tx1"/>
                </a:solidFill>
                <a:latin typeface="+mn-lt"/>
                <a:ea typeface="+mn-ea"/>
                <a:cs typeface="+mn-cs"/>
              </a:defRPr>
            </a:lvl5pPr>
            <a:lvl6pPr marL="6035040" indent="-548640" algn="l" defTabSz="2194560"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6pPr>
            <a:lvl7pPr marL="7132320" indent="-548640" algn="l" defTabSz="2194560"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7pPr>
            <a:lvl8pPr marL="8229600" indent="-548640" algn="l" defTabSz="2194560"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8pPr>
            <a:lvl9pPr marL="9326880" indent="-548640" algn="l" defTabSz="2194560"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9pPr>
          </a:lstStyle>
          <a:p>
            <a:pPr marL="0" indent="0">
              <a:spcBef>
                <a:spcPts val="1200"/>
              </a:spcBef>
              <a:buFont typeface="Arial" panose="020B0604020202020204" pitchFamily="34" charset="0"/>
              <a:buNone/>
            </a:pPr>
            <a:endParaRPr lang="en-US" sz="1200" dirty="0"/>
          </a:p>
        </p:txBody>
      </p:sp>
      <p:sp>
        <p:nvSpPr>
          <p:cNvPr id="12" name="Text Placeholder 113">
            <a:extLst>
              <a:ext uri="{FF2B5EF4-FFF2-40B4-BE49-F238E27FC236}">
                <a16:creationId xmlns:a16="http://schemas.microsoft.com/office/drawing/2014/main" id="{7F69AB37-A8DD-65B6-3D1B-B5D2B87D1E0F}"/>
              </a:ext>
            </a:extLst>
          </p:cNvPr>
          <p:cNvSpPr txBox="1">
            <a:spLocks/>
          </p:cNvSpPr>
          <p:nvPr/>
        </p:nvSpPr>
        <p:spPr>
          <a:xfrm>
            <a:off x="14722730" y="25701175"/>
            <a:ext cx="5829299" cy="1467448"/>
          </a:xfrm>
          <a:prstGeom prst="rect">
            <a:avLst/>
          </a:prstGeom>
        </p:spPr>
        <p:txBody>
          <a:bodyPr vert="horz" lIns="91440" tIns="45720" rIns="91440" bIns="45720" rtlCol="0">
            <a:noAutofit/>
          </a:bodyPr>
          <a:lstStyle>
            <a:lvl1pPr marL="285750" indent="-285750" algn="l" defTabSz="2194560" rtl="0" eaLnBrk="1" latinLnBrk="0" hangingPunct="1">
              <a:lnSpc>
                <a:spcPct val="90000"/>
              </a:lnSpc>
              <a:spcBef>
                <a:spcPts val="2400"/>
              </a:spcBef>
              <a:buFont typeface="Arial" panose="020B0604020202020204" pitchFamily="34" charset="0"/>
              <a:buChar char="•"/>
              <a:defRPr sz="1800" kern="1200">
                <a:solidFill>
                  <a:schemeClr val="tx1"/>
                </a:solidFill>
                <a:latin typeface="+mn-lt"/>
                <a:ea typeface="+mn-ea"/>
                <a:cs typeface="+mn-cs"/>
              </a:defRPr>
            </a:lvl1pPr>
            <a:lvl2pPr marL="1645920" indent="-548640" algn="l" defTabSz="2194560" rtl="0" eaLnBrk="1" latinLnBrk="0" hangingPunct="1">
              <a:lnSpc>
                <a:spcPct val="90000"/>
              </a:lnSpc>
              <a:spcBef>
                <a:spcPts val="1200"/>
              </a:spcBef>
              <a:buFont typeface="Arial" panose="020B0604020202020204" pitchFamily="34" charset="0"/>
              <a:buChar char="•"/>
              <a:defRPr sz="1800" kern="1200">
                <a:solidFill>
                  <a:schemeClr val="tx1"/>
                </a:solidFill>
                <a:latin typeface="+mn-lt"/>
                <a:ea typeface="+mn-ea"/>
                <a:cs typeface="+mn-cs"/>
              </a:defRPr>
            </a:lvl2pPr>
            <a:lvl3pPr marL="2743200" indent="-548640" algn="l" defTabSz="2194560" rtl="0" eaLnBrk="1" latinLnBrk="0" hangingPunct="1">
              <a:lnSpc>
                <a:spcPct val="90000"/>
              </a:lnSpc>
              <a:spcBef>
                <a:spcPts val="1200"/>
              </a:spcBef>
              <a:buFont typeface="Arial" panose="020B0604020202020204" pitchFamily="34" charset="0"/>
              <a:buChar char="•"/>
              <a:defRPr sz="1800" kern="1200">
                <a:solidFill>
                  <a:schemeClr val="tx1"/>
                </a:solidFill>
                <a:latin typeface="+mn-lt"/>
                <a:ea typeface="+mn-ea"/>
                <a:cs typeface="+mn-cs"/>
              </a:defRPr>
            </a:lvl3pPr>
            <a:lvl4pPr marL="3840480" indent="-548640" algn="l" defTabSz="2194560" rtl="0" eaLnBrk="1" latinLnBrk="0" hangingPunct="1">
              <a:lnSpc>
                <a:spcPct val="90000"/>
              </a:lnSpc>
              <a:spcBef>
                <a:spcPts val="1200"/>
              </a:spcBef>
              <a:buFont typeface="Arial" panose="020B0604020202020204" pitchFamily="34" charset="0"/>
              <a:buChar char="•"/>
              <a:defRPr sz="1800" kern="1200">
                <a:solidFill>
                  <a:schemeClr val="tx1"/>
                </a:solidFill>
                <a:latin typeface="+mn-lt"/>
                <a:ea typeface="+mn-ea"/>
                <a:cs typeface="+mn-cs"/>
              </a:defRPr>
            </a:lvl4pPr>
            <a:lvl5pPr marL="4937760" indent="-548640" algn="l" defTabSz="2194560" rtl="0" eaLnBrk="1" latinLnBrk="0" hangingPunct="1">
              <a:lnSpc>
                <a:spcPct val="90000"/>
              </a:lnSpc>
              <a:spcBef>
                <a:spcPts val="1200"/>
              </a:spcBef>
              <a:buFont typeface="Arial" panose="020B0604020202020204" pitchFamily="34" charset="0"/>
              <a:buChar char="•"/>
              <a:defRPr sz="1800" kern="1200">
                <a:solidFill>
                  <a:schemeClr val="tx1"/>
                </a:solidFill>
                <a:latin typeface="+mn-lt"/>
                <a:ea typeface="+mn-ea"/>
                <a:cs typeface="+mn-cs"/>
              </a:defRPr>
            </a:lvl5pPr>
            <a:lvl6pPr marL="6035040" indent="-548640" algn="l" defTabSz="2194560"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6pPr>
            <a:lvl7pPr marL="7132320" indent="-548640" algn="l" defTabSz="2194560"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7pPr>
            <a:lvl8pPr marL="8229600" indent="-548640" algn="l" defTabSz="2194560"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8pPr>
            <a:lvl9pPr marL="9326880" indent="-548640" algn="l" defTabSz="2194560"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9pPr>
          </a:lstStyle>
          <a:p>
            <a:pPr marL="0" indent="0">
              <a:spcBef>
                <a:spcPts val="1200"/>
              </a:spcBef>
              <a:buNone/>
            </a:pPr>
            <a:r>
              <a:rPr lang="en-US" sz="1200" dirty="0"/>
              <a:t>No one on the team is fluent in Yorùbá, so all quality assessments are based on benchmark metrics. We therefore avoid making claims about whether the generated output constitutes high-quality Yorùbá. We did not use translation-based augmentation because we could not reliably audit whether translations preserved the original meaning.</a:t>
            </a:r>
          </a:p>
          <a:p>
            <a:pPr marL="0" indent="0">
              <a:spcBef>
                <a:spcPts val="1200"/>
              </a:spcBef>
              <a:buNone/>
            </a:pPr>
            <a:r>
              <a:rPr lang="en-US" sz="1200" dirty="0"/>
              <a:t>We used Claude Code throughout this project to turn ideas and action points into working code. </a:t>
            </a:r>
          </a:p>
        </p:txBody>
      </p:sp>
    </p:spTree>
    <p:extLst>
      <p:ext uri="{BB962C8B-B14F-4D97-AF65-F5344CB8AC3E}">
        <p14:creationId xmlns:p14="http://schemas.microsoft.com/office/powerpoint/2010/main" val="1293170980"/>
      </p:ext>
    </p:extLst>
  </p:cSld>
  <p:clrMapOvr>
    <a:masterClrMapping/>
  </p:clrMapOvr>
</p:sld>
</file>

<file path=ppt/theme/theme1.xml><?xml version="1.0" encoding="utf-8"?>
<a:theme xmlns:a="http://schemas.openxmlformats.org/drawingml/2006/main" name="Office Theme">
  <a:themeElements>
    <a:clrScheme name="Custom 5">
      <a:dk1>
        <a:srgbClr val="000000"/>
      </a:dk1>
      <a:lt1>
        <a:srgbClr val="E8D3A2"/>
      </a:lt1>
      <a:dk2>
        <a:srgbClr val="32006E"/>
      </a:dk2>
      <a:lt2>
        <a:srgbClr val="FFFFFF"/>
      </a:lt2>
      <a:accent1>
        <a:srgbClr val="4B2E83"/>
      </a:accent1>
      <a:accent2>
        <a:srgbClr val="E8D3A2"/>
      </a:accent2>
      <a:accent3>
        <a:srgbClr val="FFFFFF"/>
      </a:accent3>
      <a:accent4>
        <a:srgbClr val="B2B2B2"/>
      </a:accent4>
      <a:accent5>
        <a:srgbClr val="FFC700"/>
      </a:accent5>
      <a:accent6>
        <a:srgbClr val="917B4C"/>
      </a:accent6>
      <a:hlink>
        <a:srgbClr val="32006E"/>
      </a:hlink>
      <a:folHlink>
        <a:srgbClr val="4B2E83"/>
      </a:folHlink>
    </a:clrScheme>
    <a:fontScheme name="Custom 8">
      <a:majorFont>
        <a:latin typeface="Encode Sans Normal Black"/>
        <a:ea typeface=""/>
        <a:cs typeface=""/>
      </a:majorFont>
      <a:minorFont>
        <a:latin typeface="Open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f6b6dd5b-f02f-441a-99a0-162ac5060bd2}" enabled="0" method="" siteId="{f6b6dd5b-f02f-441a-99a0-162ac5060bd2}" removed="1"/>
</clbl:labelList>
</file>

<file path=docProps/app.xml><?xml version="1.0" encoding="utf-8"?>
<Properties xmlns="http://schemas.openxmlformats.org/officeDocument/2006/extended-properties" xmlns:vt="http://schemas.openxmlformats.org/officeDocument/2006/docPropsVTypes">
  <Template>Office Theme</Template>
  <TotalTime>8630</TotalTime>
  <Words>1468</Words>
  <Application>Microsoft Office PowerPoint</Application>
  <PresentationFormat>Custom</PresentationFormat>
  <Paragraphs>47</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Uni Sans Book</vt:lpstr>
      <vt:lpstr>Open Sans</vt:lpstr>
      <vt:lpstr>Uni Sans Regular</vt:lpstr>
      <vt:lpstr>Encode Sans Normal Black</vt:lpstr>
      <vt:lpstr>Calibri</vt:lpstr>
      <vt:lpstr>Arial</vt:lpstr>
      <vt:lpstr>Office Theme</vt:lpstr>
      <vt:lpstr>STARTING FROM SCRATCH: BUILDING AROUND LOW-RESOURCE LANGUAGES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Sydney Brown</dc:creator>
  <cp:lastModifiedBy>Leon Wan</cp:lastModifiedBy>
  <cp:revision>250</cp:revision>
  <dcterms:created xsi:type="dcterms:W3CDTF">2018-02-07T04:27:03Z</dcterms:created>
  <dcterms:modified xsi:type="dcterms:W3CDTF">2026-08-19T17:52:36Z</dcterms:modified>
</cp:coreProperties>
</file>