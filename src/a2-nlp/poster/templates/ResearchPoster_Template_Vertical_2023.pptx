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handoutMasterIdLst>
    <p:handoutMasterId r:id="rId4"/>
  </p:handoutMasterIdLst>
  <p:sldIdLst>
    <p:sldId id="256" r:id="rId2"/>
    <p:sldId id="257" r:id="rId3"/>
  </p:sldIdLst>
  <p:sldSz cx="21945600" cy="32918400"/>
  <p:notesSz cx="6858000" cy="9144000"/>
  <p:embeddedFontLst>
    <p:embeddedFont>
      <p:font typeface="Calibri" panose="020F0502020204030204" pitchFamily="34" charset="0"/>
      <p:regular r:id="rId5"/>
      <p:bold r:id="rId6"/>
      <p:italic r:id="rId7"/>
      <p:boldItalic r:id="rId8"/>
    </p:embeddedFont>
    <p:embeddedFont>
      <p:font typeface="Encode Sans Normal Black" panose="02000000000000000000" pitchFamily="2" charset="0"/>
      <p:bold r:id="rId9"/>
    </p:embeddedFont>
    <p:embeddedFont>
      <p:font typeface="Open Sans" panose="020B0606030504020204" pitchFamily="34" charset="0"/>
      <p:regular r:id="rId10"/>
      <p:bold r:id="rId11"/>
      <p:italic r:id="rId12"/>
      <p:boldItalic r:id="rId13"/>
    </p:embeddedFont>
    <p:embeddedFont>
      <p:font typeface="Uni Sans Book" panose="00000500000000000000" pitchFamily="50" charset="0"/>
      <p:regular r:id="rId14"/>
    </p:embeddedFont>
    <p:embeddedFont>
      <p:font typeface="Uni Sans Regular" panose="00000500000000000000" pitchFamily="50" charset="0"/>
      <p:regular r:id="rId15"/>
    </p:embeddedFont>
  </p:embeddedFontLst>
  <p:defaultTextStyle>
    <a:defPPr>
      <a:defRPr lang="en-US"/>
    </a:defPPr>
    <a:lvl1pPr marL="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1pPr>
    <a:lvl2pPr marL="131673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2pPr>
    <a:lvl3pPr marL="263347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3pPr>
    <a:lvl4pPr marL="395020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4pPr>
    <a:lvl5pPr marL="5266944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5pPr>
    <a:lvl6pPr marL="6583680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6pPr>
    <a:lvl7pPr marL="7900416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7pPr>
    <a:lvl8pPr marL="9217152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8pPr>
    <a:lvl9pPr marL="10533888" algn="l" defTabSz="2633472" rtl="0" eaLnBrk="1" latinLnBrk="0" hangingPunct="1">
      <a:defRPr sz="518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4" orient="horz" pos="19872" userDrawn="1">
          <p15:clr>
            <a:srgbClr val="A4A3A4"/>
          </p15:clr>
        </p15:guide>
        <p15:guide id="5" pos="691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90"/>
    <p:restoredTop sz="94682"/>
  </p:normalViewPr>
  <p:slideViewPr>
    <p:cSldViewPr snapToGrid="0" snapToObjects="1" showGuides="1">
      <p:cViewPr varScale="1">
        <p:scale>
          <a:sx n="22" d="100"/>
          <a:sy n="22" d="100"/>
        </p:scale>
        <p:origin x="3150" y="84"/>
      </p:cViewPr>
      <p:guideLst>
        <p:guide orient="horz" pos="864"/>
        <p:guide orient="horz" pos="19872"/>
        <p:guide pos="691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84" d="100"/>
          <a:sy n="84" d="100"/>
        </p:scale>
        <p:origin x="2976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tableStyles" Target="tableStyles.xml"/><Relationship Id="rId4" Type="http://schemas.openxmlformats.org/officeDocument/2006/relationships/handoutMaster" Target="handoutMasters/handout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061D43-69EA-485A-B31D-06F488B000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2262A-DD58-D216-4E05-6B7D2CEE230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C526E5-6ED1-40E7-8DB0-EC2A4532908B}" type="datetimeFigureOut">
              <a:rPr lang="en-US" smtClean="0"/>
              <a:t>10/16/2023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898623-D829-FCE0-AD10-5B31A656C4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8DA44E-BAC8-4388-FF0D-5D5BE9FE9D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F035F1-8563-4812-8253-F0BF4F7515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88326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42FB64-E6C6-7E42-3192-F4C44286ED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1945600" cy="7772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CBE257-521A-26EC-195F-E9AA9E971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608277" y="14395938"/>
            <a:ext cx="0" cy="17150862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012F8DD-C637-AC85-8962-75BB2A75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4342876" y="14372492"/>
            <a:ext cx="0" cy="1717430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964E4A0-FA72-6823-8071-B7819EC7F6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371600" y="13856677"/>
            <a:ext cx="19202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White University of Washington wordmark">
            <a:extLst>
              <a:ext uri="{FF2B5EF4-FFF2-40B4-BE49-F238E27FC236}">
                <a16:creationId xmlns:a16="http://schemas.microsoft.com/office/drawing/2014/main" id="{06BF856D-318F-5648-4D5F-55F36A7B7B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328" y="1382304"/>
            <a:ext cx="5720372" cy="3774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D3E322-5717-F221-A293-7F2AC838D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6680" y="1039307"/>
            <a:ext cx="2788920" cy="1877568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1371600" y="2137204"/>
            <a:ext cx="16957964" cy="2926880"/>
          </a:xfrm>
          <a:prstGeom prst="rect">
            <a:avLst/>
          </a:prstGeom>
        </p:spPr>
        <p:txBody>
          <a:bodyPr lIns="0" rIns="0" anchor="b"/>
          <a:lstStyle>
            <a:lvl1pPr algn="l">
              <a:defRPr sz="115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72B54C-8107-8BC2-0756-50E483CE2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851910"/>
            <a:ext cx="3877056" cy="950976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01EE617-D376-BF7B-7ECC-3D715A8C22EC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04939" y="6318250"/>
            <a:ext cx="19169062" cy="84455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First Name Last Name, First Name Last Name, First Name Last Name, First Name Last Name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9FC49-2EC2-3957-B5AE-5755106E19B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04938" y="8460178"/>
            <a:ext cx="9072562" cy="1655584"/>
          </a:xfrm>
        </p:spPr>
        <p:txBody>
          <a:bodyPr>
            <a:noAutofit/>
          </a:bodyPr>
          <a:lstStyle>
            <a:lvl1pPr marL="0" indent="0">
              <a:buNone/>
              <a:defRPr sz="33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8B5BE3E-B19A-5213-5202-23C4E727AED9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04938" y="10132477"/>
            <a:ext cx="9072562" cy="3364603"/>
          </a:xfrm>
        </p:spPr>
        <p:txBody>
          <a:bodyPr>
            <a:noAutofit/>
          </a:bodyPr>
          <a:lstStyle>
            <a:lvl1pPr marL="0" indent="0">
              <a:buNone/>
              <a:defRPr sz="30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1081191-5373-5749-7DC4-98783C3690D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468100" y="8459788"/>
            <a:ext cx="9105900" cy="441801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0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936DFD-DC62-63FC-9D7D-E54AA02C41C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1468100" y="13047663"/>
            <a:ext cx="9105901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48B1FE93-715E-430A-7072-93B3CE554C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4938" y="14395938"/>
            <a:ext cx="5795962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758B34E-538D-6627-60B1-CC449705A6B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71600" y="15513050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31D9CBC8-2414-D7F4-31D8-8114113A0DC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371601" y="16656462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E3CC80B-14B9-7CF6-BDCF-FCBE7E5D16F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391075" y="21185188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8898CA4-E658-78A5-E4A9-012B86A5304B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 rot="16200000">
            <a:off x="-415358" y="23546936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EE0B498D-6AE9-24F6-A58D-BF9BD536CA03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371371" y="25684163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7" name="Chart Placeholder 56">
            <a:extLst>
              <a:ext uri="{FF2B5EF4-FFF2-40B4-BE49-F238E27FC236}">
                <a16:creationId xmlns:a16="http://schemas.microsoft.com/office/drawing/2014/main" id="{FB87409A-A659-182A-B653-40FE12B63C8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1725614" y="21763038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7" name="Picture Placeholder 18">
            <a:extLst>
              <a:ext uri="{FF2B5EF4-FFF2-40B4-BE49-F238E27FC236}">
                <a16:creationId xmlns:a16="http://schemas.microsoft.com/office/drawing/2014/main" id="{A9ED605D-014B-6361-4B25-AF591EE487BD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71600" y="26722750"/>
            <a:ext cx="5809826" cy="4309699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50" name="Text Placeholder 15">
            <a:extLst>
              <a:ext uri="{FF2B5EF4-FFF2-40B4-BE49-F238E27FC236}">
                <a16:creationId xmlns:a16="http://schemas.microsoft.com/office/drawing/2014/main" id="{248DD8AC-F30D-FA2A-2670-0A4D4BFA6411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371601" y="31150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9835EF0-C064-2458-379F-841F884932A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001000" y="14395939"/>
            <a:ext cx="5943600" cy="1263161"/>
          </a:xfrm>
          <a:solidFill>
            <a:schemeClr val="tx2"/>
          </a:solidFill>
        </p:spPr>
        <p:txBody>
          <a:bodyPr lIns="548640" rIns="548640" anchor="b" anchorCtr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EA563F7C-80F5-7A45-8244-E505A80C617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015655" y="15659100"/>
            <a:ext cx="5928945" cy="5688013"/>
          </a:xfrm>
          <a:solidFill>
            <a:schemeClr val="tx2"/>
          </a:solidFill>
        </p:spPr>
        <p:txBody>
          <a:bodyPr lIns="548640" tIns="182880" rIns="548640"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33" name="Text Placeholder 25">
            <a:extLst>
              <a:ext uri="{FF2B5EF4-FFF2-40B4-BE49-F238E27FC236}">
                <a16:creationId xmlns:a16="http://schemas.microsoft.com/office/drawing/2014/main" id="{F1384E64-71EB-804E-B091-737F5DA7AF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029575" y="22130238"/>
            <a:ext cx="5886431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945E6360-CBB8-C8AC-DE89-775B4175896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01000" y="23149535"/>
            <a:ext cx="59436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E10F387-A5AC-E019-556E-3B4FF34DE43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01001" y="24292947"/>
            <a:ext cx="5991647" cy="273006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1" name="Text Placeholder 38">
            <a:extLst>
              <a:ext uri="{FF2B5EF4-FFF2-40B4-BE49-F238E27FC236}">
                <a16:creationId xmlns:a16="http://schemas.microsoft.com/office/drawing/2014/main" id="{3B4E6C2F-255C-BD4A-9AB9-0BEEAACD373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8001000" y="27370450"/>
            <a:ext cx="5943600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E9A8CD13-2EE6-94A8-AD2C-E35E3DEB7230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005991" y="31275274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9" name="Chart Placeholder 56">
            <a:extLst>
              <a:ext uri="{FF2B5EF4-FFF2-40B4-BE49-F238E27FC236}">
                <a16:creationId xmlns:a16="http://schemas.microsoft.com/office/drawing/2014/main" id="{D5B5394A-2F22-FDE5-236E-71E183E88E0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8029556" y="27954649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9A791779-1151-EF6C-A588-547FB9E5F082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968689" y="31275274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0" name="Chart Placeholder 56">
            <a:extLst>
              <a:ext uri="{FF2B5EF4-FFF2-40B4-BE49-F238E27FC236}">
                <a16:creationId xmlns:a16="http://schemas.microsoft.com/office/drawing/2014/main" id="{7494449F-9756-E9E3-C51C-021C113FAE32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0989469" y="27954649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27" name="Text Placeholder 25">
            <a:extLst>
              <a:ext uri="{FF2B5EF4-FFF2-40B4-BE49-F238E27FC236}">
                <a16:creationId xmlns:a16="http://schemas.microsoft.com/office/drawing/2014/main" id="{6B866D6D-0E0B-BC55-3CAA-89FFFA558E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744700" y="14395938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792949F3-A85B-9075-3379-5507A48829D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750254" y="15513050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1F1E2B9C-4C5D-F48A-7C53-C6465EDEE89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750255" y="16656462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0" name="Text Placeholder 38">
            <a:extLst>
              <a:ext uri="{FF2B5EF4-FFF2-40B4-BE49-F238E27FC236}">
                <a16:creationId xmlns:a16="http://schemas.microsoft.com/office/drawing/2014/main" id="{3780011B-BEBD-6A88-2851-E87C254E14D1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741153" y="21336792"/>
            <a:ext cx="5809825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60399315-C974-7843-A546-3BC29EA169F1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 rot="16200000">
            <a:off x="12957255" y="23665177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4369CC56-84FF-A9B3-DC20-281116398C87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14772578" y="25802404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58" name="Chart Placeholder 56">
            <a:extLst>
              <a:ext uri="{FF2B5EF4-FFF2-40B4-BE49-F238E27FC236}">
                <a16:creationId xmlns:a16="http://schemas.microsoft.com/office/drawing/2014/main" id="{314873A6-E346-BBD8-198B-75CF072C9B2B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15095167" y="21924348"/>
            <a:ext cx="5478834" cy="387805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6" name="Text Placeholder 25">
            <a:extLst>
              <a:ext uri="{FF2B5EF4-FFF2-40B4-BE49-F238E27FC236}">
                <a16:creationId xmlns:a16="http://schemas.microsoft.com/office/drawing/2014/main" id="{03736E28-27F3-A378-90E6-702C704BB4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769747" y="26760851"/>
            <a:ext cx="5804253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33A5D178-74A1-4DE2-1B8E-215EEED10B3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4750254" y="27818529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66" name="Text Placeholder 17">
            <a:extLst>
              <a:ext uri="{FF2B5EF4-FFF2-40B4-BE49-F238E27FC236}">
                <a16:creationId xmlns:a16="http://schemas.microsoft.com/office/drawing/2014/main" id="{076EE7ED-70B2-6630-609F-2FE0086FB1F5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4750255" y="28961941"/>
            <a:ext cx="5809825" cy="2667345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o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FCE31BD-1261-01C7-4870-B6860CC818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1945600" cy="662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4B055B-085B-76FB-DE60-7304A9BF51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608277" y="7461504"/>
            <a:ext cx="0" cy="24085296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45DD99A-053C-87B2-55AC-3DA6C3980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4342876" y="7498080"/>
            <a:ext cx="0" cy="240487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 descr="White Block W and University of Washington wordmark">
            <a:extLst>
              <a:ext uri="{FF2B5EF4-FFF2-40B4-BE49-F238E27FC236}">
                <a16:creationId xmlns:a16="http://schemas.microsoft.com/office/drawing/2014/main" id="{A228B37B-943D-418F-7FEB-547899E5FF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3692" y="1393112"/>
            <a:ext cx="9151908" cy="718744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4186BECF-CA9C-0683-E48A-FD679FF854A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71600" y="2410690"/>
            <a:ext cx="18786764" cy="2487137"/>
          </a:xfrm>
          <a:prstGeom prst="rect">
            <a:avLst/>
          </a:prstGeom>
        </p:spPr>
        <p:txBody>
          <a:bodyPr lIns="0" rIns="0" anchor="b"/>
          <a:lstStyle>
            <a:lvl1pPr algn="l">
              <a:defRPr sz="115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HEADER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910B298-2CC4-0C2E-86C9-441EA8DBD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4669030"/>
            <a:ext cx="3877056" cy="950976"/>
          </a:xfrm>
          <a:prstGeom prst="rect">
            <a:avLst/>
          </a:prstGeom>
        </p:spPr>
      </p:pic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1D5D6CC3-BEED-BD27-6C46-B0663A0BAA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04938" y="7619062"/>
            <a:ext cx="5795962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ADBAB74E-5E42-7923-CC94-0F34EC90999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404938" y="8792490"/>
            <a:ext cx="5795962" cy="1655584"/>
          </a:xfrm>
        </p:spPr>
        <p:txBody>
          <a:bodyPr>
            <a:noAutofit/>
          </a:bodyPr>
          <a:lstStyle>
            <a:lvl1pPr marL="0" indent="0">
              <a:buNone/>
              <a:defRPr sz="22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SUBHEAD INTRO SIT AMET, CONSECTETUR ADIPISCING. DUIS VEL MASSA EU IPSUM TINCIDUNT CONGUE SIT AMET AC ORCI. DONEC VULPUTATE CONDIMENTUM EGESTAS. 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0F7007CD-9973-B2FC-A5CB-B8CE9574C6F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404938" y="10426689"/>
            <a:ext cx="5795961" cy="4546611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2pPr>
            <a:lvl3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3pPr>
            <a:lvl4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4pPr>
            <a:lvl5pPr>
              <a:defRPr sz="3300">
                <a:solidFill>
                  <a:schemeClr val="tx2"/>
                </a:solidFill>
                <a:latin typeface="Uni Sans Regular" panose="00000500000000000000" pitchFamily="50" charset="0"/>
              </a:defRPr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egestas</a:t>
            </a:r>
            <a:r>
              <a:rPr lang="en-US" dirty="0"/>
              <a:t>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risus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ullamcorper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vel, </a:t>
            </a:r>
            <a:r>
              <a:rPr lang="en-US" dirty="0" err="1"/>
              <a:t>tristique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. </a:t>
            </a:r>
            <a:r>
              <a:rPr lang="en-US" dirty="0" err="1"/>
              <a:t>Mauris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nisi. Duis </a:t>
            </a:r>
            <a:r>
              <a:rPr lang="en-US" dirty="0" err="1"/>
              <a:t>lectus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molestie</a:t>
            </a:r>
            <a:r>
              <a:rPr lang="en-US" dirty="0"/>
              <a:t> id dictum sit </a:t>
            </a:r>
            <a:r>
              <a:rPr lang="en-US" dirty="0" err="1"/>
              <a:t>amet</a:t>
            </a:r>
            <a:r>
              <a:rPr lang="en-US" dirty="0"/>
              <a:t>, convallis </a:t>
            </a:r>
            <a:r>
              <a:rPr lang="en-US" dirty="0" err="1"/>
              <a:t>eget</a:t>
            </a:r>
            <a:r>
              <a:rPr lang="en-US" dirty="0"/>
              <a:t> est.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elementum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. Nam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lacus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odio</a:t>
            </a:r>
            <a:r>
              <a:rPr lang="en-US" dirty="0"/>
              <a:t>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blandit</a:t>
            </a:r>
            <a:r>
              <a:rPr lang="en-US" dirty="0"/>
              <a:t> </a:t>
            </a:r>
            <a:r>
              <a:rPr lang="en-US" dirty="0" err="1"/>
              <a:t>nec</a:t>
            </a:r>
            <a:r>
              <a:rPr lang="en-US" dirty="0"/>
              <a:t> ac </a:t>
            </a:r>
            <a:r>
              <a:rPr lang="en-US" dirty="0" err="1"/>
              <a:t>neque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, </a:t>
            </a:r>
            <a:r>
              <a:rPr lang="en-US" dirty="0" err="1"/>
              <a:t>augue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 lacinia, lorem </a:t>
            </a:r>
            <a:r>
              <a:rPr lang="en-US" dirty="0" err="1"/>
              <a:t>felis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dolor, vitae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augue</a:t>
            </a:r>
            <a:r>
              <a:rPr lang="en-US" dirty="0"/>
              <a:t>, </a:t>
            </a:r>
            <a:r>
              <a:rPr lang="en-US" dirty="0" err="1"/>
              <a:t>pretium</a:t>
            </a:r>
            <a:r>
              <a:rPr lang="en-US" dirty="0"/>
              <a:t> et gravida sed, pulvinar et lorem. Sed </a:t>
            </a:r>
            <a:r>
              <a:rPr lang="en-US" dirty="0" err="1"/>
              <a:t>eleifend</a:t>
            </a:r>
            <a:r>
              <a:rPr lang="en-US" dirty="0"/>
              <a:t> eros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scelerisque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.</a:t>
            </a:r>
          </a:p>
        </p:txBody>
      </p:sp>
      <p:sp>
        <p:nvSpPr>
          <p:cNvPr id="24" name="Text Placeholder 38">
            <a:extLst>
              <a:ext uri="{FF2B5EF4-FFF2-40B4-BE49-F238E27FC236}">
                <a16:creationId xmlns:a16="http://schemas.microsoft.com/office/drawing/2014/main" id="{A98C435C-8908-B97A-76D4-D6DB29984D75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1371601" y="15737995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79FB6562-08B0-6BB9-C44F-C0F30B6BEA8F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 rot="16200000">
            <a:off x="-415358" y="18134499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C4CE3BA-1EE8-D262-6E5E-4652CE673C2D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371371" y="20271726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27" name="Chart Placeholder 56">
            <a:extLst>
              <a:ext uri="{FF2B5EF4-FFF2-40B4-BE49-F238E27FC236}">
                <a16:creationId xmlns:a16="http://schemas.microsoft.com/office/drawing/2014/main" id="{BADB8C7C-0E23-3926-3D2C-758688F5DEA2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1725614" y="16350601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7D1E5C0D-2823-2439-0CE6-DBCBE0A4CAF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371601" y="21142325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9A0924CD-9C6B-E18B-588B-3230C7F50CF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380699" y="22255811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032E876E-E757-F00B-D4CF-CB152F48FEE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1380700" y="23399224"/>
            <a:ext cx="5809825" cy="2675262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43" name="Picture Placeholder 18">
            <a:extLst>
              <a:ext uri="{FF2B5EF4-FFF2-40B4-BE49-F238E27FC236}">
                <a16:creationId xmlns:a16="http://schemas.microsoft.com/office/drawing/2014/main" id="{A759DEA8-363A-5788-13D6-BAA6DEF4EDA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371600" y="26722750"/>
            <a:ext cx="5809826" cy="4309699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7595F79E-4155-D64E-A866-A2B0CF0264C1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1371601" y="31150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47" name="Text Placeholder 16">
            <a:extLst>
              <a:ext uri="{FF2B5EF4-FFF2-40B4-BE49-F238E27FC236}">
                <a16:creationId xmlns:a16="http://schemas.microsoft.com/office/drawing/2014/main" id="{72DCC1DA-F0D7-6242-4551-C5086F5BEF58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8001000" y="7444765"/>
            <a:ext cx="5943600" cy="1263161"/>
          </a:xfrm>
          <a:solidFill>
            <a:schemeClr val="tx2"/>
          </a:solidFill>
        </p:spPr>
        <p:txBody>
          <a:bodyPr lIns="548640" rIns="548640" anchor="b" anchorCtr="0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BOX HEADER FOR YOUR QUICK FACTS</a:t>
            </a:r>
          </a:p>
        </p:txBody>
      </p:sp>
      <p:sp>
        <p:nvSpPr>
          <p:cNvPr id="48" name="Text Placeholder 23">
            <a:extLst>
              <a:ext uri="{FF2B5EF4-FFF2-40B4-BE49-F238E27FC236}">
                <a16:creationId xmlns:a16="http://schemas.microsoft.com/office/drawing/2014/main" id="{A8065ACB-5149-0060-A91F-9F0DB375A9E4}"/>
              </a:ext>
            </a:extLst>
          </p:cNvPr>
          <p:cNvSpPr>
            <a:spLocks noGrp="1"/>
          </p:cNvSpPr>
          <p:nvPr>
            <p:ph type="body" sz="quarter" idx="77" hasCustomPrompt="1"/>
          </p:nvPr>
        </p:nvSpPr>
        <p:spPr>
          <a:xfrm>
            <a:off x="8015655" y="8707926"/>
            <a:ext cx="5928945" cy="6886375"/>
          </a:xfrm>
          <a:solidFill>
            <a:schemeClr val="tx2"/>
          </a:solidFill>
        </p:spPr>
        <p:txBody>
          <a:bodyPr lIns="548640" tIns="182880" rIns="548640">
            <a:normAutofit/>
          </a:bodyPr>
          <a:lstStyle>
            <a:lvl1pPr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 </a:t>
            </a:r>
            <a:r>
              <a:rPr lang="en-US" dirty="0" err="1"/>
              <a:t>vulputate</a:t>
            </a:r>
            <a:r>
              <a:rPr lang="en-US" dirty="0"/>
              <a:t> </a:t>
            </a:r>
            <a:r>
              <a:rPr lang="en-US" dirty="0" err="1"/>
              <a:t>condimentum</a:t>
            </a:r>
            <a:endParaRPr lang="en-US" dirty="0"/>
          </a:p>
        </p:txBody>
      </p:sp>
      <p:sp>
        <p:nvSpPr>
          <p:cNvPr id="6" name="Text Placeholder 25">
            <a:extLst>
              <a:ext uri="{FF2B5EF4-FFF2-40B4-BE49-F238E27FC236}">
                <a16:creationId xmlns:a16="http://schemas.microsoft.com/office/drawing/2014/main" id="{E45B7AE5-B4D9-43F5-4F01-11483284B84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015654" y="16170275"/>
            <a:ext cx="5928945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65AC8CF6-F7F8-FE46-244E-102985BEA1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006555" y="17324098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DA1E8A01-A0BF-3968-1D37-C84A0317454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006556" y="18467510"/>
            <a:ext cx="5809825" cy="456394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6" name="Text Placeholder 38">
            <a:extLst>
              <a:ext uri="{FF2B5EF4-FFF2-40B4-BE49-F238E27FC236}">
                <a16:creationId xmlns:a16="http://schemas.microsoft.com/office/drawing/2014/main" id="{2AD14CD3-CC8A-ED17-DE0A-8BC17A4BB6E8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026029" y="23807738"/>
            <a:ext cx="5899094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5" name="Text Placeholder 54">
            <a:extLst>
              <a:ext uri="{FF2B5EF4-FFF2-40B4-BE49-F238E27FC236}">
                <a16:creationId xmlns:a16="http://schemas.microsoft.com/office/drawing/2014/main" id="{57858A04-198D-38A3-311C-D02DAC1AF622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8005991" y="27739150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3" name="Chart Placeholder 56">
            <a:extLst>
              <a:ext uri="{FF2B5EF4-FFF2-40B4-BE49-F238E27FC236}">
                <a16:creationId xmlns:a16="http://schemas.microsoft.com/office/drawing/2014/main" id="{B5195A7A-BFD3-0FB4-A879-8C93AC12673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8029556" y="24418525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36" name="Text Placeholder 54">
            <a:extLst>
              <a:ext uri="{FF2B5EF4-FFF2-40B4-BE49-F238E27FC236}">
                <a16:creationId xmlns:a16="http://schemas.microsoft.com/office/drawing/2014/main" id="{C53D7DD7-8094-D8F1-C48C-9753AB2EBB37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968689" y="27739150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4" name="Chart Placeholder 56">
            <a:extLst>
              <a:ext uri="{FF2B5EF4-FFF2-40B4-BE49-F238E27FC236}">
                <a16:creationId xmlns:a16="http://schemas.microsoft.com/office/drawing/2014/main" id="{DDDA2AA0-06BB-5257-F736-3072D176A927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10989469" y="24418525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 dirty="0"/>
          </a:p>
        </p:txBody>
      </p:sp>
      <p:sp>
        <p:nvSpPr>
          <p:cNvPr id="39" name="Text Placeholder 54">
            <a:extLst>
              <a:ext uri="{FF2B5EF4-FFF2-40B4-BE49-F238E27FC236}">
                <a16:creationId xmlns:a16="http://schemas.microsoft.com/office/drawing/2014/main" id="{81F69A9E-4C8E-A391-EB1C-E7C8FE9E9FFA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005991" y="31413787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7" name="Chart Placeholder 56">
            <a:extLst>
              <a:ext uri="{FF2B5EF4-FFF2-40B4-BE49-F238E27FC236}">
                <a16:creationId xmlns:a16="http://schemas.microsoft.com/office/drawing/2014/main" id="{585DD6A7-862A-F749-6118-1098A3E67C53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>
          <a:xfrm>
            <a:off x="8029556" y="28093162"/>
            <a:ext cx="2943208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0" name="Text Placeholder 54">
            <a:extLst>
              <a:ext uri="{FF2B5EF4-FFF2-40B4-BE49-F238E27FC236}">
                <a16:creationId xmlns:a16="http://schemas.microsoft.com/office/drawing/2014/main" id="{45459B19-7D55-12D0-82F5-1899380FF2B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968689" y="31413787"/>
            <a:ext cx="2966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8" name="Chart Placeholder 56">
            <a:extLst>
              <a:ext uri="{FF2B5EF4-FFF2-40B4-BE49-F238E27FC236}">
                <a16:creationId xmlns:a16="http://schemas.microsoft.com/office/drawing/2014/main" id="{52090A6A-FE82-5CC4-B526-1E4F4A059555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>
          <a:xfrm>
            <a:off x="10989469" y="28093162"/>
            <a:ext cx="2926502" cy="3311922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B5F39BFE-7880-4CFA-5B86-0E0BCF39ECC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4744700" y="7619062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135003E1-BD0C-90E4-931B-8FF586C8B80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4750254" y="8656348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2316AAB3-86F7-D1E3-75AF-012259D3215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4750255" y="9799760"/>
            <a:ext cx="5809825" cy="4127087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5" name="Text Placeholder 38">
            <a:extLst>
              <a:ext uri="{FF2B5EF4-FFF2-40B4-BE49-F238E27FC236}">
                <a16:creationId xmlns:a16="http://schemas.microsoft.com/office/drawing/2014/main" id="{92A34F02-72AE-2E84-74A6-A24280D3B889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14749830" y="14416088"/>
            <a:ext cx="5790351" cy="57626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687A1E32-F833-4A95-287B-35E2FC0B03F0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 rot="16200000">
            <a:off x="12976731" y="16776248"/>
            <a:ext cx="3921809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4148A62B-5C7A-45E1-CD43-1745481A9A3C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4763460" y="18913475"/>
            <a:ext cx="5838631" cy="354012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  <a:latin typeface="Uni Sans Book" panose="00000500000000000000" pitchFamily="50" charset="0"/>
              </a:defRPr>
            </a:lvl1pPr>
          </a:lstStyle>
          <a:p>
            <a:pPr lvl="0"/>
            <a:r>
              <a:rPr lang="en-US" dirty="0"/>
              <a:t>CHART AXIS LABEL</a:t>
            </a:r>
          </a:p>
        </p:txBody>
      </p:sp>
      <p:sp>
        <p:nvSpPr>
          <p:cNvPr id="30" name="Chart Placeholder 56">
            <a:extLst>
              <a:ext uri="{FF2B5EF4-FFF2-40B4-BE49-F238E27FC236}">
                <a16:creationId xmlns:a16="http://schemas.microsoft.com/office/drawing/2014/main" id="{8EAAA307-E66D-6D2A-72EC-9C487AE6FD1D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>
          <a:xfrm>
            <a:off x="15117703" y="14992350"/>
            <a:ext cx="5484388" cy="3921125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4800"/>
            </a:lvl1pPr>
          </a:lstStyle>
          <a:p>
            <a:endParaRPr lang="en-US"/>
          </a:p>
        </p:txBody>
      </p:sp>
      <p:sp>
        <p:nvSpPr>
          <p:cNvPr id="45" name="Picture Placeholder 18">
            <a:extLst>
              <a:ext uri="{FF2B5EF4-FFF2-40B4-BE49-F238E27FC236}">
                <a16:creationId xmlns:a16="http://schemas.microsoft.com/office/drawing/2014/main" id="{64B201F0-35F2-A5C8-8AA9-511E04229139}"/>
              </a:ext>
            </a:extLst>
          </p:cNvPr>
          <p:cNvSpPr>
            <a:spLocks noGrp="1"/>
          </p:cNvSpPr>
          <p:nvPr>
            <p:ph type="pic" sz="quarter" idx="74" hasCustomPrompt="1"/>
          </p:nvPr>
        </p:nvSpPr>
        <p:spPr>
          <a:xfrm>
            <a:off x="14744700" y="19978978"/>
            <a:ext cx="5809826" cy="5444471"/>
          </a:xfrm>
          <a:prstGeom prst="rect">
            <a:avLst/>
          </a:prstGeom>
          <a:solidFill>
            <a:schemeClr val="accent3">
              <a:lumMod val="95000"/>
            </a:schemeClr>
          </a:solidFill>
        </p:spPr>
        <p:txBody>
          <a:bodyPr/>
          <a:lstStyle>
            <a:lvl1pPr>
              <a:defRPr sz="3200"/>
            </a:lvl1pPr>
          </a:lstStyle>
          <a:p>
            <a:pPr marL="548640" marR="0" lvl="0" indent="-548640" algn="l" defTabSz="2194560" rtl="0" eaLnBrk="1" fontAlgn="auto" latinLnBrk="0" hangingPunct="1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Place image here and add alt text under Review &gt; Check Accessibility &gt; Alt Text</a:t>
            </a:r>
          </a:p>
          <a:p>
            <a:endParaRPr lang="en-US" dirty="0"/>
          </a:p>
        </p:txBody>
      </p:sp>
      <p:sp>
        <p:nvSpPr>
          <p:cNvPr id="46" name="Text Placeholder 15">
            <a:extLst>
              <a:ext uri="{FF2B5EF4-FFF2-40B4-BE49-F238E27FC236}">
                <a16:creationId xmlns:a16="http://schemas.microsoft.com/office/drawing/2014/main" id="{DCA07C6B-6406-FE3E-BBEC-8805A6B1233A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14744701" y="25541874"/>
            <a:ext cx="5829299" cy="449262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Photo caption here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sit.</a:t>
            </a:r>
          </a:p>
        </p:txBody>
      </p:sp>
      <p:sp>
        <p:nvSpPr>
          <p:cNvPr id="8" name="Text Placeholder 25">
            <a:extLst>
              <a:ext uri="{FF2B5EF4-FFF2-40B4-BE49-F238E27FC236}">
                <a16:creationId xmlns:a16="http://schemas.microsoft.com/office/drawing/2014/main" id="{81535374-FDCA-80A8-D1B0-E84EB9E639F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4744700" y="26781125"/>
            <a:ext cx="5829300" cy="57784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1097280" indent="0">
              <a:buNone/>
              <a:defRPr sz="4000">
                <a:solidFill>
                  <a:schemeClr val="tx2"/>
                </a:solidFill>
                <a:latin typeface="+mj-lt"/>
              </a:defRPr>
            </a:lvl2pPr>
            <a:lvl3pPr marL="2194560" indent="0">
              <a:buNone/>
              <a:defRPr sz="4000">
                <a:solidFill>
                  <a:schemeClr val="tx2"/>
                </a:solidFill>
                <a:latin typeface="+mj-lt"/>
              </a:defRPr>
            </a:lvl3pPr>
            <a:lvl4pPr marL="3291840" indent="0">
              <a:buNone/>
              <a:defRPr sz="4000">
                <a:solidFill>
                  <a:schemeClr val="tx2"/>
                </a:solidFill>
                <a:latin typeface="+mj-lt"/>
              </a:defRPr>
            </a:lvl4pPr>
            <a:lvl5pPr marL="4389120" indent="0">
              <a:buNone/>
              <a:defRPr sz="400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4D2466F7-BF85-266C-634A-BB4ADE11D16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4730780" y="27856511"/>
            <a:ext cx="5829300" cy="94615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2D920A2F-995B-EE12-F87A-9D3BA66A9083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4730781" y="28999924"/>
            <a:ext cx="5809825" cy="2675262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Duis vel </a:t>
            </a:r>
            <a:r>
              <a:rPr lang="en-US" dirty="0" err="1"/>
              <a:t>massa</a:t>
            </a:r>
            <a:r>
              <a:rPr lang="en-US" dirty="0"/>
              <a:t> </a:t>
            </a:r>
            <a:r>
              <a:rPr lang="en-US" dirty="0" err="1"/>
              <a:t>eu</a:t>
            </a:r>
            <a:r>
              <a:rPr lang="en-US" dirty="0"/>
              <a:t> ipsum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ac </a:t>
            </a:r>
            <a:r>
              <a:rPr lang="en-US" dirty="0" err="1"/>
              <a:t>orci</a:t>
            </a:r>
            <a:r>
              <a:rPr lang="en-US" dirty="0"/>
              <a:t>. Donec</a:t>
            </a:r>
          </a:p>
        </p:txBody>
      </p:sp>
    </p:spTree>
    <p:extLst>
      <p:ext uri="{BB962C8B-B14F-4D97-AF65-F5344CB8AC3E}">
        <p14:creationId xmlns:p14="http://schemas.microsoft.com/office/powerpoint/2010/main" val="42398154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D984EF-F468-39C7-FF26-3A99E12073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125" y="1752600"/>
            <a:ext cx="18929350" cy="6362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05987-E73C-73D1-D99D-931213988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08125" y="8763000"/>
            <a:ext cx="18929350" cy="20886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6910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xStyles>
    <p:titleStyle>
      <a:lvl1pPr algn="l" defTabSz="2194560" rtl="0" eaLnBrk="1" latinLnBrk="0" hangingPunct="1">
        <a:lnSpc>
          <a:spcPct val="90000"/>
        </a:lnSpc>
        <a:spcBef>
          <a:spcPct val="0"/>
        </a:spcBef>
        <a:buNone/>
        <a:defRPr sz="115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548640" indent="-548640" algn="l" defTabSz="219456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16459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38404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4pPr>
      <a:lvl5pPr marL="493776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5pPr>
      <a:lvl6pPr marL="603504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713232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822960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9326880" indent="-548640" algn="l" defTabSz="219456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1pPr>
      <a:lvl2pPr marL="10972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2pPr>
      <a:lvl3pPr marL="21945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3pPr>
      <a:lvl4pPr marL="32918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4pPr>
      <a:lvl5pPr marL="438912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5pPr>
      <a:lvl6pPr marL="548640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6pPr>
      <a:lvl7pPr marL="658368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7pPr>
      <a:lvl8pPr marL="768096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8pPr>
      <a:lvl9pPr marL="8778240" algn="l" defTabSz="2194560" rtl="0" eaLnBrk="1" latinLnBrk="0" hangingPunct="1">
        <a:defRPr sz="4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368" userDrawn="1">
          <p15:clr>
            <a:srgbClr val="F26B43"/>
          </p15:clr>
        </p15:guide>
        <p15:guide id="2" pos="864" userDrawn="1">
          <p15:clr>
            <a:srgbClr val="F26B43"/>
          </p15:clr>
        </p15:guide>
        <p15:guide id="3" pos="12960" userDrawn="1">
          <p15:clr>
            <a:srgbClr val="F26B43"/>
          </p15:clr>
        </p15:guide>
        <p15:guide id="4" pos="4536" userDrawn="1">
          <p15:clr>
            <a:srgbClr val="F26B43"/>
          </p15:clr>
        </p15:guide>
        <p15:guide id="5" pos="5040" userDrawn="1">
          <p15:clr>
            <a:srgbClr val="F26B43"/>
          </p15:clr>
        </p15:guide>
        <p15:guide id="6" pos="8784" userDrawn="1">
          <p15:clr>
            <a:srgbClr val="F26B43"/>
          </p15:clr>
        </p15:guide>
        <p15:guide id="7" pos="928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71">
            <a:extLst>
              <a:ext uri="{FF2B5EF4-FFF2-40B4-BE49-F238E27FC236}">
                <a16:creationId xmlns:a16="http://schemas.microsoft.com/office/drawing/2014/main" id="{64219D59-16A1-D323-2FA1-F0E27C3EB04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5" name="Text Placeholder 84">
            <a:extLst>
              <a:ext uri="{FF2B5EF4-FFF2-40B4-BE49-F238E27FC236}">
                <a16:creationId xmlns:a16="http://schemas.microsoft.com/office/drawing/2014/main" id="{85942D7C-2440-FEFD-6D95-0FA20C4CECD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3" name="Text Placeholder 82">
            <a:extLst>
              <a:ext uri="{FF2B5EF4-FFF2-40B4-BE49-F238E27FC236}">
                <a16:creationId xmlns:a16="http://schemas.microsoft.com/office/drawing/2014/main" id="{CBBEBDF1-5F32-7307-3CA6-496BA925BFB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4" name="Text Placeholder 83">
            <a:extLst>
              <a:ext uri="{FF2B5EF4-FFF2-40B4-BE49-F238E27FC236}">
                <a16:creationId xmlns:a16="http://schemas.microsoft.com/office/drawing/2014/main" id="{B5877833-B261-A7FF-0E58-838B4756462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3" name="Picture Placeholder 72">
            <a:extLst>
              <a:ext uri="{FF2B5EF4-FFF2-40B4-BE49-F238E27FC236}">
                <a16:creationId xmlns:a16="http://schemas.microsoft.com/office/drawing/2014/main" id="{62BDADE8-1FF0-B312-46B4-AA3197B548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6" name="Text Placeholder 85">
            <a:extLst>
              <a:ext uri="{FF2B5EF4-FFF2-40B4-BE49-F238E27FC236}">
                <a16:creationId xmlns:a16="http://schemas.microsoft.com/office/drawing/2014/main" id="{083A59AA-B3D6-A26B-54BA-2C36BB4C077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B2F4633C-DAEA-8890-C9F9-560CBEB757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7" name="Text Placeholder 86">
            <a:extLst>
              <a:ext uri="{FF2B5EF4-FFF2-40B4-BE49-F238E27FC236}">
                <a16:creationId xmlns:a16="http://schemas.microsoft.com/office/drawing/2014/main" id="{5365788C-5A36-2852-15FB-5E0EAD55CCDB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8" name="Text Placeholder 87">
            <a:extLst>
              <a:ext uri="{FF2B5EF4-FFF2-40B4-BE49-F238E27FC236}">
                <a16:creationId xmlns:a16="http://schemas.microsoft.com/office/drawing/2014/main" id="{64944AF2-C18D-829A-F93B-46E110BD845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F08C66F1-8D4E-2727-229B-C3F5BCA710F9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51621153-AE55-67EA-5A53-226D3A1AC01E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4C73DEAA-A622-64AE-7431-77B0D524F9B1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9" name="Chart Placeholder 78">
            <a:extLst>
              <a:ext uri="{FF2B5EF4-FFF2-40B4-BE49-F238E27FC236}">
                <a16:creationId xmlns:a16="http://schemas.microsoft.com/office/drawing/2014/main" id="{28F9817D-28BA-8523-3B38-FFF223A01081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8" name="Picture Placeholder 77">
            <a:extLst>
              <a:ext uri="{FF2B5EF4-FFF2-40B4-BE49-F238E27FC236}">
                <a16:creationId xmlns:a16="http://schemas.microsoft.com/office/drawing/2014/main" id="{8F9CB845-D3C1-67DC-9245-B3516C78B23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3FD0C491-ACEC-9BEE-F509-A451EB45258F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4DC94995-A571-3BF2-17FB-954E54D80BC6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4" name="Text Placeholder 93">
            <a:extLst>
              <a:ext uri="{FF2B5EF4-FFF2-40B4-BE49-F238E27FC236}">
                <a16:creationId xmlns:a16="http://schemas.microsoft.com/office/drawing/2014/main" id="{96F0FE02-1E5C-9E0F-CB4B-5589E3341586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227254C3-6337-072B-5985-B5D699F083B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1" name="Text Placeholder 90">
            <a:extLst>
              <a:ext uri="{FF2B5EF4-FFF2-40B4-BE49-F238E27FC236}">
                <a16:creationId xmlns:a16="http://schemas.microsoft.com/office/drawing/2014/main" id="{24DB7BB9-65AC-AF13-A33D-A7E0C75A610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2" name="Text Placeholder 91">
            <a:extLst>
              <a:ext uri="{FF2B5EF4-FFF2-40B4-BE49-F238E27FC236}">
                <a16:creationId xmlns:a16="http://schemas.microsoft.com/office/drawing/2014/main" id="{C3A2ED4B-325A-B9C9-43F8-1B3297FF8C7D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2B6A5E18-B450-7CAC-0335-D53C77DF99C2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2861E543-715F-D4BE-FA9D-578F2FE43A4C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1" name="Chart Placeholder 80">
            <a:extLst>
              <a:ext uri="{FF2B5EF4-FFF2-40B4-BE49-F238E27FC236}">
                <a16:creationId xmlns:a16="http://schemas.microsoft.com/office/drawing/2014/main" id="{3B229EA2-30D7-371D-43B2-C4E26D8A7AED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" name="Text Placeholder 103">
            <a:extLst>
              <a:ext uri="{FF2B5EF4-FFF2-40B4-BE49-F238E27FC236}">
                <a16:creationId xmlns:a16="http://schemas.microsoft.com/office/drawing/2014/main" id="{465A99B4-881D-5BF2-6DFE-02A3A6BFAD08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2" name="Chart Placeholder 81">
            <a:extLst>
              <a:ext uri="{FF2B5EF4-FFF2-40B4-BE49-F238E27FC236}">
                <a16:creationId xmlns:a16="http://schemas.microsoft.com/office/drawing/2014/main" id="{AFB47514-2F8E-C1E0-3C64-87521D2ED2BE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E7AC349F-C5A1-4F74-3D5A-42091E8EBFD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9" name="Text Placeholder 88">
            <a:extLst>
              <a:ext uri="{FF2B5EF4-FFF2-40B4-BE49-F238E27FC236}">
                <a16:creationId xmlns:a16="http://schemas.microsoft.com/office/drawing/2014/main" id="{A8B2CC36-7746-59DD-CBDC-22D4C18B2783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0" name="Text Placeholder 89">
            <a:extLst>
              <a:ext uri="{FF2B5EF4-FFF2-40B4-BE49-F238E27FC236}">
                <a16:creationId xmlns:a16="http://schemas.microsoft.com/office/drawing/2014/main" id="{09301AE6-6429-E0A7-C8A6-23807861E69D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59DC416C-F0C4-0063-B95F-C95410ECEE2B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" name="Text Placeholder 101">
            <a:extLst>
              <a:ext uri="{FF2B5EF4-FFF2-40B4-BE49-F238E27FC236}">
                <a16:creationId xmlns:a16="http://schemas.microsoft.com/office/drawing/2014/main" id="{14AA8E88-5626-215C-2105-C58C01BF6EBF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E80BA653-51AA-4662-0879-1B476D368100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0" name="Chart Placeholder 79">
            <a:extLst>
              <a:ext uri="{FF2B5EF4-FFF2-40B4-BE49-F238E27FC236}">
                <a16:creationId xmlns:a16="http://schemas.microsoft.com/office/drawing/2014/main" id="{6F6E3C9C-D799-AE9B-BD6D-29E3D1FB7503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99A400DE-C776-7CF6-EF39-897CE22B6CC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5" name="Text Placeholder 104">
            <a:extLst>
              <a:ext uri="{FF2B5EF4-FFF2-40B4-BE49-F238E27FC236}">
                <a16:creationId xmlns:a16="http://schemas.microsoft.com/office/drawing/2014/main" id="{0669E4ED-769D-0FED-5D4A-230BC070E9D8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6" name="Text Placeholder 105">
            <a:extLst>
              <a:ext uri="{FF2B5EF4-FFF2-40B4-BE49-F238E27FC236}">
                <a16:creationId xmlns:a16="http://schemas.microsoft.com/office/drawing/2014/main" id="{5F720113-58AC-EABA-457B-3C5C8FB17444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357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itle 94">
            <a:extLst>
              <a:ext uri="{FF2B5EF4-FFF2-40B4-BE49-F238E27FC236}">
                <a16:creationId xmlns:a16="http://schemas.microsoft.com/office/drawing/2014/main" id="{785FB594-806F-2EF1-5176-E5EE4532B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8A685B84-3F44-70B0-F430-D28013B8C8F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C455511A-502E-062A-6C22-300E70B0FB5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2" name="Text Placeholder 101">
            <a:extLst>
              <a:ext uri="{FF2B5EF4-FFF2-40B4-BE49-F238E27FC236}">
                <a16:creationId xmlns:a16="http://schemas.microsoft.com/office/drawing/2014/main" id="{B4B23C00-45D9-3655-80CC-DFA39D9678F8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5" name="Text Placeholder 114">
            <a:extLst>
              <a:ext uri="{FF2B5EF4-FFF2-40B4-BE49-F238E27FC236}">
                <a16:creationId xmlns:a16="http://schemas.microsoft.com/office/drawing/2014/main" id="{016D0495-8740-F50E-DDF6-6A95CB0472E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9" name="Text Placeholder 118">
            <a:extLst>
              <a:ext uri="{FF2B5EF4-FFF2-40B4-BE49-F238E27FC236}">
                <a16:creationId xmlns:a16="http://schemas.microsoft.com/office/drawing/2014/main" id="{21FD94A5-64C0-DD33-510E-40D59F9B207C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8" name="Text Placeholder 117">
            <a:extLst>
              <a:ext uri="{FF2B5EF4-FFF2-40B4-BE49-F238E27FC236}">
                <a16:creationId xmlns:a16="http://schemas.microsoft.com/office/drawing/2014/main" id="{AFE6B324-3222-576C-7AA6-4A94CAAB8190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8" name="Chart Placeholder 97">
            <a:extLst>
              <a:ext uri="{FF2B5EF4-FFF2-40B4-BE49-F238E27FC236}">
                <a16:creationId xmlns:a16="http://schemas.microsoft.com/office/drawing/2014/main" id="{20B0BE5C-8DCF-3D8F-95DD-8E28E6327E77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5" name="Text Placeholder 104">
            <a:extLst>
              <a:ext uri="{FF2B5EF4-FFF2-40B4-BE49-F238E27FC236}">
                <a16:creationId xmlns:a16="http://schemas.microsoft.com/office/drawing/2014/main" id="{D50A4A99-1726-6EDD-F03A-CD1921C6AD0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1" name="Text Placeholder 110">
            <a:extLst>
              <a:ext uri="{FF2B5EF4-FFF2-40B4-BE49-F238E27FC236}">
                <a16:creationId xmlns:a16="http://schemas.microsoft.com/office/drawing/2014/main" id="{B1A8B2C3-246D-09AE-9582-7D19A98DBA7D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2" name="Text Placeholder 111">
            <a:extLst>
              <a:ext uri="{FF2B5EF4-FFF2-40B4-BE49-F238E27FC236}">
                <a16:creationId xmlns:a16="http://schemas.microsoft.com/office/drawing/2014/main" id="{1E32648A-EEAA-238F-7669-C380414749F3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7" name="Picture Placeholder 96">
            <a:extLst>
              <a:ext uri="{FF2B5EF4-FFF2-40B4-BE49-F238E27FC236}">
                <a16:creationId xmlns:a16="http://schemas.microsoft.com/office/drawing/2014/main" id="{FD047E87-0AE4-C041-E218-3D884CDE3E7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9" name="Text Placeholder 128">
            <a:extLst>
              <a:ext uri="{FF2B5EF4-FFF2-40B4-BE49-F238E27FC236}">
                <a16:creationId xmlns:a16="http://schemas.microsoft.com/office/drawing/2014/main" id="{84C63C28-D0F0-25D2-2D73-42E2529BD2E0}"/>
              </a:ext>
            </a:extLst>
          </p:cNvPr>
          <p:cNvSpPr>
            <a:spLocks noGrp="1"/>
          </p:cNvSpPr>
          <p:nvPr>
            <p:ph type="body" sz="quarter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2" name="Text Placeholder 131">
            <a:extLst>
              <a:ext uri="{FF2B5EF4-FFF2-40B4-BE49-F238E27FC236}">
                <a16:creationId xmlns:a16="http://schemas.microsoft.com/office/drawing/2014/main" id="{9B513ADE-6186-FD6E-9659-23D50790DEA7}"/>
              </a:ext>
            </a:extLst>
          </p:cNvPr>
          <p:cNvSpPr>
            <a:spLocks noGrp="1"/>
          </p:cNvSpPr>
          <p:nvPr>
            <p:ph type="body" sz="quarter" idx="7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3" name="Text Placeholder 132">
            <a:extLst>
              <a:ext uri="{FF2B5EF4-FFF2-40B4-BE49-F238E27FC236}">
                <a16:creationId xmlns:a16="http://schemas.microsoft.com/office/drawing/2014/main" id="{E76CFA91-09DB-B9D2-33CB-D3289E6BA070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" name="Text Placeholder 103">
            <a:extLst>
              <a:ext uri="{FF2B5EF4-FFF2-40B4-BE49-F238E27FC236}">
                <a16:creationId xmlns:a16="http://schemas.microsoft.com/office/drawing/2014/main" id="{6550A141-ED97-B710-8269-BA135A1CE8C7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9" name="Text Placeholder 108">
            <a:extLst>
              <a:ext uri="{FF2B5EF4-FFF2-40B4-BE49-F238E27FC236}">
                <a16:creationId xmlns:a16="http://schemas.microsoft.com/office/drawing/2014/main" id="{8826B70D-C895-F03D-CDB2-2F9DF9C6D3B3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0" name="Text Placeholder 109">
            <a:extLst>
              <a:ext uri="{FF2B5EF4-FFF2-40B4-BE49-F238E27FC236}">
                <a16:creationId xmlns:a16="http://schemas.microsoft.com/office/drawing/2014/main" id="{4951EF49-4620-C726-A207-D3F00FE9DDF8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7" name="Text Placeholder 116">
            <a:extLst>
              <a:ext uri="{FF2B5EF4-FFF2-40B4-BE49-F238E27FC236}">
                <a16:creationId xmlns:a16="http://schemas.microsoft.com/office/drawing/2014/main" id="{052AA666-D603-A434-B7C9-15922BFBE1E4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E9964DE9-085A-154D-6370-18F60D8F31B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9" name="Chart Placeholder 98">
            <a:extLst>
              <a:ext uri="{FF2B5EF4-FFF2-40B4-BE49-F238E27FC236}">
                <a16:creationId xmlns:a16="http://schemas.microsoft.com/office/drawing/2014/main" id="{DA0572FE-7FF0-43BE-1523-BC450E8F7592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4" name="Text Placeholder 123">
            <a:extLst>
              <a:ext uri="{FF2B5EF4-FFF2-40B4-BE49-F238E27FC236}">
                <a16:creationId xmlns:a16="http://schemas.microsoft.com/office/drawing/2014/main" id="{0EEE0DFB-DB0A-CAB9-9F20-CF64C910AB9B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0" name="Chart Placeholder 99">
            <a:extLst>
              <a:ext uri="{FF2B5EF4-FFF2-40B4-BE49-F238E27FC236}">
                <a16:creationId xmlns:a16="http://schemas.microsoft.com/office/drawing/2014/main" id="{FA4E9E4E-5AA7-BF91-C95B-EAF157CA593B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7" name="Text Placeholder 126">
            <a:extLst>
              <a:ext uri="{FF2B5EF4-FFF2-40B4-BE49-F238E27FC236}">
                <a16:creationId xmlns:a16="http://schemas.microsoft.com/office/drawing/2014/main" id="{BD5CB525-A757-F335-425B-C8B2A3428E56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5" name="Chart Placeholder 124">
            <a:extLst>
              <a:ext uri="{FF2B5EF4-FFF2-40B4-BE49-F238E27FC236}">
                <a16:creationId xmlns:a16="http://schemas.microsoft.com/office/drawing/2014/main" id="{561CA965-D9E8-2EE2-1384-80CC3263E2F8}"/>
              </a:ext>
            </a:extLst>
          </p:cNvPr>
          <p:cNvSpPr>
            <a:spLocks noGrp="1"/>
          </p:cNvSpPr>
          <p:nvPr>
            <p:ph type="chart" sz="quarter" idx="6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8" name="Text Placeholder 127">
            <a:extLst>
              <a:ext uri="{FF2B5EF4-FFF2-40B4-BE49-F238E27FC236}">
                <a16:creationId xmlns:a16="http://schemas.microsoft.com/office/drawing/2014/main" id="{11348A09-B51F-46E8-31C7-B8A8D110C796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6" name="Chart Placeholder 125">
            <a:extLst>
              <a:ext uri="{FF2B5EF4-FFF2-40B4-BE49-F238E27FC236}">
                <a16:creationId xmlns:a16="http://schemas.microsoft.com/office/drawing/2014/main" id="{EE20C838-96B9-FD77-159E-1EA99FC951B6}"/>
              </a:ext>
            </a:extLst>
          </p:cNvPr>
          <p:cNvSpPr>
            <a:spLocks noGrp="1"/>
          </p:cNvSpPr>
          <p:nvPr>
            <p:ph type="chart" sz="quarter" idx="7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3" name="Text Placeholder 102">
            <a:extLst>
              <a:ext uri="{FF2B5EF4-FFF2-40B4-BE49-F238E27FC236}">
                <a16:creationId xmlns:a16="http://schemas.microsoft.com/office/drawing/2014/main" id="{DAAEDAF6-F9DF-8792-7E8F-D838794DE5B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7" name="Text Placeholder 106">
            <a:extLst>
              <a:ext uri="{FF2B5EF4-FFF2-40B4-BE49-F238E27FC236}">
                <a16:creationId xmlns:a16="http://schemas.microsoft.com/office/drawing/2014/main" id="{0E8771F5-3127-787F-0499-10436F02741A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8" name="Text Placeholder 107">
            <a:extLst>
              <a:ext uri="{FF2B5EF4-FFF2-40B4-BE49-F238E27FC236}">
                <a16:creationId xmlns:a16="http://schemas.microsoft.com/office/drawing/2014/main" id="{CF98DB09-B641-43E4-54DE-4F2C22B65F54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6" name="Text Placeholder 115">
            <a:extLst>
              <a:ext uri="{FF2B5EF4-FFF2-40B4-BE49-F238E27FC236}">
                <a16:creationId xmlns:a16="http://schemas.microsoft.com/office/drawing/2014/main" id="{A6B608A9-C1AB-E26C-BF44-F0DFBB2DCC03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2" name="Text Placeholder 121">
            <a:extLst>
              <a:ext uri="{FF2B5EF4-FFF2-40B4-BE49-F238E27FC236}">
                <a16:creationId xmlns:a16="http://schemas.microsoft.com/office/drawing/2014/main" id="{6DA0209F-C82D-182E-B2A4-61BFF398C786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1" name="Text Placeholder 120">
            <a:extLst>
              <a:ext uri="{FF2B5EF4-FFF2-40B4-BE49-F238E27FC236}">
                <a16:creationId xmlns:a16="http://schemas.microsoft.com/office/drawing/2014/main" id="{EB9F7543-74C4-DF51-9395-B668B916ECD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0" name="Chart Placeholder 119">
            <a:extLst>
              <a:ext uri="{FF2B5EF4-FFF2-40B4-BE49-F238E27FC236}">
                <a16:creationId xmlns:a16="http://schemas.microsoft.com/office/drawing/2014/main" id="{B1E6C2F6-9893-30B8-74D0-7E1B3D7783E2}"/>
              </a:ext>
            </a:extLst>
          </p:cNvPr>
          <p:cNvSpPr>
            <a:spLocks noGrp="1"/>
          </p:cNvSpPr>
          <p:nvPr>
            <p:ph type="chart" sz="quarter" idx="6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0" name="Picture Placeholder 129">
            <a:extLst>
              <a:ext uri="{FF2B5EF4-FFF2-40B4-BE49-F238E27FC236}">
                <a16:creationId xmlns:a16="http://schemas.microsoft.com/office/drawing/2014/main" id="{1DBAFA66-B307-DBE5-27FD-9BF4DE080659}"/>
              </a:ext>
            </a:extLst>
          </p:cNvPr>
          <p:cNvSpPr>
            <a:spLocks noGrp="1"/>
          </p:cNvSpPr>
          <p:nvPr>
            <p:ph type="pic" sz="quarter" idx="7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1" name="Text Placeholder 130">
            <a:extLst>
              <a:ext uri="{FF2B5EF4-FFF2-40B4-BE49-F238E27FC236}">
                <a16:creationId xmlns:a16="http://schemas.microsoft.com/office/drawing/2014/main" id="{7A34A17A-90E3-FC69-7808-8333DE645F08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6" name="Text Placeholder 105">
            <a:extLst>
              <a:ext uri="{FF2B5EF4-FFF2-40B4-BE49-F238E27FC236}">
                <a16:creationId xmlns:a16="http://schemas.microsoft.com/office/drawing/2014/main" id="{20092957-1B80-4C68-041B-6B55511E1E92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8D84288D-5E0E-CC64-B6C2-73BB4D5FCC5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4" name="Text Placeholder 113">
            <a:extLst>
              <a:ext uri="{FF2B5EF4-FFF2-40B4-BE49-F238E27FC236}">
                <a16:creationId xmlns:a16="http://schemas.microsoft.com/office/drawing/2014/main" id="{B1E74DE3-C6B9-4BEE-3C3F-818F4D6D9272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1709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00000"/>
      </a:dk1>
      <a:lt1>
        <a:srgbClr val="E8D3A2"/>
      </a:lt1>
      <a:dk2>
        <a:srgbClr val="32006E"/>
      </a:dk2>
      <a:lt2>
        <a:srgbClr val="FFFFFF"/>
      </a:lt2>
      <a:accent1>
        <a:srgbClr val="4B2E83"/>
      </a:accent1>
      <a:accent2>
        <a:srgbClr val="E8D3A2"/>
      </a:accent2>
      <a:accent3>
        <a:srgbClr val="FFFFFF"/>
      </a:accent3>
      <a:accent4>
        <a:srgbClr val="B2B2B2"/>
      </a:accent4>
      <a:accent5>
        <a:srgbClr val="FFC700"/>
      </a:accent5>
      <a:accent6>
        <a:srgbClr val="917B4C"/>
      </a:accent6>
      <a:hlink>
        <a:srgbClr val="32006E"/>
      </a:hlink>
      <a:folHlink>
        <a:srgbClr val="4B2E83"/>
      </a:folHlink>
    </a:clrScheme>
    <a:fontScheme name="Custom 8">
      <a:majorFont>
        <a:latin typeface="Encode Sans Normal Black"/>
        <a:ea typeface=""/>
        <a:cs typeface=""/>
      </a:majorFont>
      <a:minorFont>
        <a:latin typeface="Open Sa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8413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Open Sans</vt:lpstr>
      <vt:lpstr>Uni Sans Regular</vt:lpstr>
      <vt:lpstr>Encode Sans Normal Black</vt:lpstr>
      <vt:lpstr>Arial</vt:lpstr>
      <vt:lpstr>Calibri</vt:lpstr>
      <vt:lpstr>Uni Sans Book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Sydney Brown</dc:creator>
  <cp:lastModifiedBy>Ian Freeman-Lee</cp:lastModifiedBy>
  <cp:revision>28</cp:revision>
  <dcterms:created xsi:type="dcterms:W3CDTF">2018-02-07T04:27:03Z</dcterms:created>
  <dcterms:modified xsi:type="dcterms:W3CDTF">2023-10-16T21:34:51Z</dcterms:modified>
</cp:coreProperties>
</file>