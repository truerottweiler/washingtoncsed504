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1"/>
  </p:sldMasterIdLst>
  <p:handoutMasterIdLst>
    <p:handoutMasterId r:id="rId3"/>
  </p:handoutMasterIdLst>
  <p:sldIdLst>
    <p:sldId id="257" r:id="rId2"/>
  </p:sldIdLst>
  <p:sldSz cx="32918400" cy="43891200"/>
  <p:notesSz cx="6858000" cy="9144000"/>
  <p:embeddedFontLst>
    <p:embeddedFont>
      <p:font typeface="Encode Sans Normal" panose="02000000000000000000" pitchFamily="2" charset="0"/>
      <p:bold r:id="rId4"/>
    </p:embeddedFont>
    <p:embeddedFont>
      <p:font typeface="Encode Sans Normal Black" panose="02000000000000000000" pitchFamily="2" charset="0"/>
      <p:bold r:id="rId5"/>
    </p:embeddedFont>
    <p:embeddedFont>
      <p:font typeface="Open Sans" panose="020B0606030504020204" pitchFamily="34" charset="0"/>
      <p:regular r:id="rId6"/>
      <p:bold r:id="rId7"/>
      <p:italic r:id="rId8"/>
      <p:boldItalic r:id="rId9"/>
    </p:embeddedFont>
    <p:embeddedFont>
      <p:font typeface="Uni Sans Book" panose="00000500000000000000" pitchFamily="50" charset="0"/>
      <p:regular r:id="rId10"/>
    </p:embeddedFont>
    <p:embeddedFont>
      <p:font typeface="Uni Sans Regular" panose="00000500000000000000" pitchFamily="50" charset="0"/>
      <p:regular r:id="rId11"/>
    </p:embeddedFont>
  </p:embeddedFontLst>
  <p:defaultTextStyle>
    <a:defPPr>
      <a:defRPr lang="en-US"/>
    </a:defPPr>
    <a:lvl1pPr marL="0" algn="l" defTabSz="2633472" rtl="0" eaLnBrk="1" latinLnBrk="0" hangingPunct="1">
      <a:defRPr sz="5184" kern="1200">
        <a:solidFill>
          <a:schemeClr val="tx1"/>
        </a:solidFill>
        <a:latin typeface="+mn-lt"/>
        <a:ea typeface="+mn-ea"/>
        <a:cs typeface="+mn-cs"/>
      </a:defRPr>
    </a:lvl1pPr>
    <a:lvl2pPr marL="1316736" algn="l" defTabSz="2633472" rtl="0" eaLnBrk="1" latinLnBrk="0" hangingPunct="1">
      <a:defRPr sz="5184" kern="1200">
        <a:solidFill>
          <a:schemeClr val="tx1"/>
        </a:solidFill>
        <a:latin typeface="+mn-lt"/>
        <a:ea typeface="+mn-ea"/>
        <a:cs typeface="+mn-cs"/>
      </a:defRPr>
    </a:lvl2pPr>
    <a:lvl3pPr marL="2633472" algn="l" defTabSz="2633472" rtl="0" eaLnBrk="1" latinLnBrk="0" hangingPunct="1">
      <a:defRPr sz="5184" kern="1200">
        <a:solidFill>
          <a:schemeClr val="tx1"/>
        </a:solidFill>
        <a:latin typeface="+mn-lt"/>
        <a:ea typeface="+mn-ea"/>
        <a:cs typeface="+mn-cs"/>
      </a:defRPr>
    </a:lvl3pPr>
    <a:lvl4pPr marL="3950208" algn="l" defTabSz="2633472" rtl="0" eaLnBrk="1" latinLnBrk="0" hangingPunct="1">
      <a:defRPr sz="5184" kern="1200">
        <a:solidFill>
          <a:schemeClr val="tx1"/>
        </a:solidFill>
        <a:latin typeface="+mn-lt"/>
        <a:ea typeface="+mn-ea"/>
        <a:cs typeface="+mn-cs"/>
      </a:defRPr>
    </a:lvl4pPr>
    <a:lvl5pPr marL="5266944" algn="l" defTabSz="2633472" rtl="0" eaLnBrk="1" latinLnBrk="0" hangingPunct="1">
      <a:defRPr sz="5184" kern="1200">
        <a:solidFill>
          <a:schemeClr val="tx1"/>
        </a:solidFill>
        <a:latin typeface="+mn-lt"/>
        <a:ea typeface="+mn-ea"/>
        <a:cs typeface="+mn-cs"/>
      </a:defRPr>
    </a:lvl5pPr>
    <a:lvl6pPr marL="6583680" algn="l" defTabSz="2633472" rtl="0" eaLnBrk="1" latinLnBrk="0" hangingPunct="1">
      <a:defRPr sz="5184" kern="1200">
        <a:solidFill>
          <a:schemeClr val="tx1"/>
        </a:solidFill>
        <a:latin typeface="+mn-lt"/>
        <a:ea typeface="+mn-ea"/>
        <a:cs typeface="+mn-cs"/>
      </a:defRPr>
    </a:lvl6pPr>
    <a:lvl7pPr marL="7900416" algn="l" defTabSz="2633472" rtl="0" eaLnBrk="1" latinLnBrk="0" hangingPunct="1">
      <a:defRPr sz="5184" kern="1200">
        <a:solidFill>
          <a:schemeClr val="tx1"/>
        </a:solidFill>
        <a:latin typeface="+mn-lt"/>
        <a:ea typeface="+mn-ea"/>
        <a:cs typeface="+mn-cs"/>
      </a:defRPr>
    </a:lvl7pPr>
    <a:lvl8pPr marL="9217152" algn="l" defTabSz="2633472" rtl="0" eaLnBrk="1" latinLnBrk="0" hangingPunct="1">
      <a:defRPr sz="5184" kern="1200">
        <a:solidFill>
          <a:schemeClr val="tx1"/>
        </a:solidFill>
        <a:latin typeface="+mn-lt"/>
        <a:ea typeface="+mn-ea"/>
        <a:cs typeface="+mn-cs"/>
      </a:defRPr>
    </a:lvl8pPr>
    <a:lvl9pPr marL="10533888" algn="l" defTabSz="2633472" rtl="0" eaLnBrk="1" latinLnBrk="0" hangingPunct="1">
      <a:defRPr sz="5184"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152" userDrawn="1">
          <p15:clr>
            <a:srgbClr val="A4A3A4"/>
          </p15:clr>
        </p15:guide>
        <p15:guide id="4" orient="horz" pos="26496" userDrawn="1">
          <p15:clr>
            <a:srgbClr val="A4A3A4"/>
          </p15:clr>
        </p15:guide>
        <p15:guide id="5" pos="1036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490"/>
    <p:restoredTop sz="94682"/>
  </p:normalViewPr>
  <p:slideViewPr>
    <p:cSldViewPr snapToGrid="0" snapToObjects="1" showGuides="1">
      <p:cViewPr varScale="1">
        <p:scale>
          <a:sx n="22" d="100"/>
          <a:sy n="22" d="100"/>
        </p:scale>
        <p:origin x="3150" y="84"/>
      </p:cViewPr>
      <p:guideLst>
        <p:guide orient="horz" pos="1152"/>
        <p:guide orient="horz" pos="26496"/>
        <p:guide pos="10368"/>
      </p:guideLst>
    </p:cSldViewPr>
  </p:slideViewPr>
  <p:notesTextViewPr>
    <p:cViewPr>
      <p:scale>
        <a:sx n="1" d="1"/>
        <a:sy n="1" d="1"/>
      </p:scale>
      <p:origin x="0" y="0"/>
    </p:cViewPr>
  </p:notesTextViewPr>
  <p:notesViewPr>
    <p:cSldViewPr snapToGrid="0" snapToObjects="1" showGuides="1">
      <p:cViewPr varScale="1">
        <p:scale>
          <a:sx n="84" d="100"/>
          <a:sy n="84" d="100"/>
        </p:scale>
        <p:origin x="2976" y="10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viewProps" Target="viewProps.xml"/><Relationship Id="rId3" Type="http://schemas.openxmlformats.org/officeDocument/2006/relationships/handoutMaster" Target="handoutMasters/handoutMaster1.xml"/><Relationship Id="rId7" Type="http://schemas.openxmlformats.org/officeDocument/2006/relationships/font" Target="fonts/font4.fntdata"/><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5" Type="http://schemas.openxmlformats.org/officeDocument/2006/relationships/font" Target="fonts/font2.fntdata"/><Relationship Id="rId15" Type="http://schemas.openxmlformats.org/officeDocument/2006/relationships/tableStyles" Target="tableStyles.xml"/><Relationship Id="rId10" Type="http://schemas.openxmlformats.org/officeDocument/2006/relationships/font" Target="fonts/font7.fntdata"/><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7061D43-69EA-485A-B31D-06F488B0003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022262A-DD58-D216-4E05-6B7D2CEE230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2C526E5-6ED1-40E7-8DB0-EC2A4532908B}" type="datetimeFigureOut">
              <a:rPr lang="en-US" smtClean="0"/>
              <a:t>8/12/2026</a:t>
            </a:fld>
            <a:endParaRPr lang="en-US"/>
          </a:p>
        </p:txBody>
      </p:sp>
      <p:sp>
        <p:nvSpPr>
          <p:cNvPr id="4" name="Footer Placeholder 3">
            <a:extLst>
              <a:ext uri="{FF2B5EF4-FFF2-40B4-BE49-F238E27FC236}">
                <a16:creationId xmlns:a16="http://schemas.microsoft.com/office/drawing/2014/main" id="{95898623-D829-FCE0-AD10-5B31A656C43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68DA44E-BAC8-4388-FF0D-5D5BE9FE9D5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AF035F1-8563-4812-8253-F0BF4F751523}" type="slidenum">
              <a:rPr lang="en-US" smtClean="0"/>
              <a:t>‹#›</a:t>
            </a:fld>
            <a:endParaRPr lang="en-US"/>
          </a:p>
        </p:txBody>
      </p:sp>
    </p:spTree>
    <p:extLst>
      <p:ext uri="{BB962C8B-B14F-4D97-AF65-F5344CB8AC3E}">
        <p14:creationId xmlns:p14="http://schemas.microsoft.com/office/powerpoint/2010/main" val="1995883269"/>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irst Pag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742FB64-E6C6-7E42-3192-F4C44286ED6F}"/>
              </a:ext>
              <a:ext uri="{C183D7F6-B498-43B3-948B-1728B52AA6E4}">
                <adec:decorative xmlns:adec="http://schemas.microsoft.com/office/drawing/2017/decorative" val="1"/>
              </a:ext>
            </a:extLst>
          </p:cNvPr>
          <p:cNvSpPr>
            <a:spLocks/>
          </p:cNvSpPr>
          <p:nvPr userDrawn="1"/>
        </p:nvSpPr>
        <p:spPr>
          <a:xfrm>
            <a:off x="0" y="0"/>
            <a:ext cx="32918400" cy="10363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184"/>
          </a:p>
        </p:txBody>
      </p:sp>
      <p:cxnSp>
        <p:nvCxnSpPr>
          <p:cNvPr id="10" name="Straight Connector 9">
            <a:extLst>
              <a:ext uri="{FF2B5EF4-FFF2-40B4-BE49-F238E27FC236}">
                <a16:creationId xmlns:a16="http://schemas.microsoft.com/office/drawing/2014/main" id="{A2CBE257-521A-26EC-195F-E9AA9E971525}"/>
              </a:ext>
              <a:ext uri="{C183D7F6-B498-43B3-948B-1728B52AA6E4}">
                <adec:decorative xmlns:adec="http://schemas.microsoft.com/office/drawing/2017/decorative" val="1"/>
              </a:ext>
            </a:extLst>
          </p:cNvPr>
          <p:cNvCxnSpPr>
            <a:cxnSpLocks/>
          </p:cNvCxnSpPr>
          <p:nvPr userDrawn="1"/>
        </p:nvCxnSpPr>
        <p:spPr>
          <a:xfrm>
            <a:off x="11412415" y="19194586"/>
            <a:ext cx="1270" cy="22867815"/>
          </a:xfrm>
          <a:prstGeom prst="line">
            <a:avLst/>
          </a:prstGeom>
          <a:ln w="8467">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012F8DD-C637-AC85-8962-75BB2A75BD4F}"/>
              </a:ext>
              <a:ext uri="{C183D7F6-B498-43B3-948B-1728B52AA6E4}">
                <adec:decorative xmlns:adec="http://schemas.microsoft.com/office/drawing/2017/decorative" val="1"/>
              </a:ext>
            </a:extLst>
          </p:cNvPr>
          <p:cNvCxnSpPr>
            <a:cxnSpLocks/>
          </p:cNvCxnSpPr>
          <p:nvPr userDrawn="1"/>
        </p:nvCxnSpPr>
        <p:spPr>
          <a:xfrm>
            <a:off x="21514315" y="19163321"/>
            <a:ext cx="1270" cy="22899078"/>
          </a:xfrm>
          <a:prstGeom prst="line">
            <a:avLst/>
          </a:prstGeom>
          <a:ln w="8467">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964E4A0-FA72-6823-8071-B7819EC7F645}"/>
              </a:ext>
              <a:ext uri="{C183D7F6-B498-43B3-948B-1728B52AA6E4}">
                <adec:decorative xmlns:adec="http://schemas.microsoft.com/office/drawing/2017/decorative" val="1"/>
              </a:ext>
            </a:extLst>
          </p:cNvPr>
          <p:cNvCxnSpPr>
            <a:cxnSpLocks/>
          </p:cNvCxnSpPr>
          <p:nvPr userDrawn="1"/>
        </p:nvCxnSpPr>
        <p:spPr>
          <a:xfrm>
            <a:off x="2057400" y="18475568"/>
            <a:ext cx="28803600" cy="1270"/>
          </a:xfrm>
          <a:prstGeom prst="line">
            <a:avLst/>
          </a:prstGeom>
          <a:ln w="8467">
            <a:solidFill>
              <a:schemeClr val="bg1"/>
            </a:solidFill>
          </a:ln>
        </p:spPr>
        <p:style>
          <a:lnRef idx="1">
            <a:schemeClr val="accent1"/>
          </a:lnRef>
          <a:fillRef idx="0">
            <a:schemeClr val="accent1"/>
          </a:fillRef>
          <a:effectRef idx="0">
            <a:schemeClr val="accent1"/>
          </a:effectRef>
          <a:fontRef idx="minor">
            <a:schemeClr val="tx1"/>
          </a:fontRef>
        </p:style>
      </p:cxnSp>
      <p:pic>
        <p:nvPicPr>
          <p:cNvPr id="13" name="Picture 12" descr="White University of Washington wordmark">
            <a:extLst>
              <a:ext uri="{FF2B5EF4-FFF2-40B4-BE49-F238E27FC236}">
                <a16:creationId xmlns:a16="http://schemas.microsoft.com/office/drawing/2014/main" id="{06BF856D-318F-5648-4D5F-55F36A7B7B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106492" y="1843072"/>
            <a:ext cx="8580558" cy="503267"/>
          </a:xfrm>
          <a:prstGeom prst="rect">
            <a:avLst/>
          </a:prstGeom>
        </p:spPr>
      </p:pic>
      <p:pic>
        <p:nvPicPr>
          <p:cNvPr id="8" name="Picture 7">
            <a:extLst>
              <a:ext uri="{FF2B5EF4-FFF2-40B4-BE49-F238E27FC236}">
                <a16:creationId xmlns:a16="http://schemas.microsoft.com/office/drawing/2014/main" id="{C7D3E322-5717-F221-A293-7F2AC838DB6F}"/>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8735020" y="1385743"/>
            <a:ext cx="4183380" cy="2503424"/>
          </a:xfrm>
          <a:prstGeom prst="rect">
            <a:avLst/>
          </a:prstGeom>
        </p:spPr>
      </p:pic>
      <p:sp>
        <p:nvSpPr>
          <p:cNvPr id="2" name="Title"/>
          <p:cNvSpPr>
            <a:spLocks noGrp="1"/>
          </p:cNvSpPr>
          <p:nvPr>
            <p:ph type="ctrTitle" hasCustomPrompt="1"/>
          </p:nvPr>
        </p:nvSpPr>
        <p:spPr>
          <a:xfrm>
            <a:off x="2057401" y="2849605"/>
            <a:ext cx="25436945" cy="3902507"/>
          </a:xfrm>
          <a:prstGeom prst="rect">
            <a:avLst/>
          </a:prstGeom>
        </p:spPr>
        <p:txBody>
          <a:bodyPr lIns="0" tIns="60960" rIns="0" bIns="60960" anchor="b"/>
          <a:lstStyle>
            <a:lvl1pPr algn="l">
              <a:defRPr sz="18400">
                <a:solidFill>
                  <a:schemeClr val="bg2"/>
                </a:solidFill>
              </a:defRPr>
            </a:lvl1pPr>
          </a:lstStyle>
          <a:p>
            <a:r>
              <a:rPr lang="en-US" dirty="0"/>
              <a:t>HEADER</a:t>
            </a:r>
          </a:p>
        </p:txBody>
      </p:sp>
      <p:pic>
        <p:nvPicPr>
          <p:cNvPr id="9" name="Picture 8">
            <a:extLst>
              <a:ext uri="{FF2B5EF4-FFF2-40B4-BE49-F238E27FC236}">
                <a16:creationId xmlns:a16="http://schemas.microsoft.com/office/drawing/2014/main" id="{CF72B54C-8107-8BC2-0756-50E483CE2045}"/>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057400" y="6469213"/>
            <a:ext cx="5815584" cy="1267968"/>
          </a:xfrm>
          <a:prstGeom prst="rect">
            <a:avLst/>
          </a:prstGeom>
        </p:spPr>
      </p:pic>
      <p:sp>
        <p:nvSpPr>
          <p:cNvPr id="6" name="Text Placeholder 5">
            <a:extLst>
              <a:ext uri="{FF2B5EF4-FFF2-40B4-BE49-F238E27FC236}">
                <a16:creationId xmlns:a16="http://schemas.microsoft.com/office/drawing/2014/main" id="{D01EE617-D376-BF7B-7ECC-3D715A8C22EC}"/>
              </a:ext>
            </a:extLst>
          </p:cNvPr>
          <p:cNvSpPr>
            <a:spLocks noGrp="1"/>
          </p:cNvSpPr>
          <p:nvPr>
            <p:ph type="body" sz="quarter" idx="47" hasCustomPrompt="1"/>
          </p:nvPr>
        </p:nvSpPr>
        <p:spPr>
          <a:xfrm>
            <a:off x="2107407" y="8424333"/>
            <a:ext cx="28753594" cy="1126067"/>
          </a:xfrm>
        </p:spPr>
        <p:txBody>
          <a:bodyPr lIns="121920" tIns="60960" rIns="121920" bIns="60960"/>
          <a:lstStyle>
            <a:lvl1pPr marL="0" indent="0">
              <a:buNone/>
              <a:defRPr sz="4800">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First Name Last Name, First Name Last Name, First Name Last Name, First Name Last Name</a:t>
            </a:r>
          </a:p>
        </p:txBody>
      </p:sp>
      <p:sp>
        <p:nvSpPr>
          <p:cNvPr id="4" name="Text Placeholder 3">
            <a:extLst>
              <a:ext uri="{FF2B5EF4-FFF2-40B4-BE49-F238E27FC236}">
                <a16:creationId xmlns:a16="http://schemas.microsoft.com/office/drawing/2014/main" id="{6439FC49-2EC2-3957-B5AE-5755106E19B6}"/>
              </a:ext>
            </a:extLst>
          </p:cNvPr>
          <p:cNvSpPr>
            <a:spLocks noGrp="1"/>
          </p:cNvSpPr>
          <p:nvPr>
            <p:ph type="body" sz="quarter" idx="45" hasCustomPrompt="1"/>
          </p:nvPr>
        </p:nvSpPr>
        <p:spPr>
          <a:xfrm>
            <a:off x="2107407" y="11280238"/>
            <a:ext cx="13608842" cy="2207445"/>
          </a:xfrm>
        </p:spPr>
        <p:txBody>
          <a:bodyPr lIns="121920" tIns="60960" rIns="121920" bIns="60960">
            <a:noAutofit/>
          </a:bodyPr>
          <a:lstStyle>
            <a:lvl1pPr marL="0" indent="0">
              <a:buNone/>
              <a:defRPr sz="5280">
                <a:solidFill>
                  <a:schemeClr val="tx2"/>
                </a:solidFill>
                <a:latin typeface="Uni Sans Book" panose="00000500000000000000" pitchFamily="50" charset="0"/>
              </a:defRPr>
            </a:lvl1pPr>
            <a:lvl2pPr>
              <a:defRPr sz="3300">
                <a:solidFill>
                  <a:schemeClr val="tx2"/>
                </a:solidFill>
                <a:latin typeface="Uni Sans Regular" panose="00000500000000000000" pitchFamily="50" charset="0"/>
              </a:defRPr>
            </a:lvl2pPr>
            <a:lvl3pPr>
              <a:defRPr sz="3300">
                <a:solidFill>
                  <a:schemeClr val="tx2"/>
                </a:solidFill>
                <a:latin typeface="Uni Sans Regular" panose="00000500000000000000" pitchFamily="50" charset="0"/>
              </a:defRPr>
            </a:lvl3pPr>
            <a:lvl4pPr>
              <a:defRPr sz="3300">
                <a:solidFill>
                  <a:schemeClr val="tx2"/>
                </a:solidFill>
                <a:latin typeface="Uni Sans Regular" panose="00000500000000000000" pitchFamily="50" charset="0"/>
              </a:defRPr>
            </a:lvl4pPr>
            <a:lvl5pPr>
              <a:defRPr sz="3300">
                <a:solidFill>
                  <a:schemeClr val="tx2"/>
                </a:solidFill>
                <a:latin typeface="Uni Sans Regular" panose="00000500000000000000" pitchFamily="50" charset="0"/>
              </a:defRPr>
            </a:lvl5pPr>
          </a:lstStyle>
          <a:p>
            <a:pPr lvl="0"/>
            <a:r>
              <a:rPr lang="en-US" dirty="0"/>
              <a:t>SUBHEAD INTRO SIT AMET, CONSECTETUR ADIPISCING. DUIS VEL MASSA EU IPSUM TINCIDUNT CONGUE SIT AMET AC ORCI.</a:t>
            </a:r>
          </a:p>
        </p:txBody>
      </p:sp>
      <p:sp>
        <p:nvSpPr>
          <p:cNvPr id="5" name="Text Placeholder 3">
            <a:extLst>
              <a:ext uri="{FF2B5EF4-FFF2-40B4-BE49-F238E27FC236}">
                <a16:creationId xmlns:a16="http://schemas.microsoft.com/office/drawing/2014/main" id="{08B5BE3E-B19A-5213-5202-23C4E727AED9}"/>
              </a:ext>
            </a:extLst>
          </p:cNvPr>
          <p:cNvSpPr>
            <a:spLocks noGrp="1"/>
          </p:cNvSpPr>
          <p:nvPr>
            <p:ph type="body" sz="quarter" idx="46" hasCustomPrompt="1"/>
          </p:nvPr>
        </p:nvSpPr>
        <p:spPr>
          <a:xfrm>
            <a:off x="2107407" y="13509969"/>
            <a:ext cx="13608842" cy="4486137"/>
          </a:xfrm>
        </p:spPr>
        <p:txBody>
          <a:bodyPr lIns="121920" tIns="60960" rIns="121920" bIns="60960">
            <a:noAutofit/>
          </a:bodyPr>
          <a:lstStyle>
            <a:lvl1pPr marL="0" indent="0">
              <a:buNone/>
              <a:defRPr sz="4800">
                <a:solidFill>
                  <a:schemeClr val="tx1"/>
                </a:solidFill>
                <a:latin typeface="+mn-lt"/>
              </a:defRPr>
            </a:lvl1pPr>
            <a:lvl2pPr>
              <a:defRPr sz="3300">
                <a:solidFill>
                  <a:schemeClr val="tx2"/>
                </a:solidFill>
                <a:latin typeface="Uni Sans Regular" panose="00000500000000000000" pitchFamily="50" charset="0"/>
              </a:defRPr>
            </a:lvl2pPr>
            <a:lvl3pPr>
              <a:defRPr sz="3300">
                <a:solidFill>
                  <a:schemeClr val="tx2"/>
                </a:solidFill>
                <a:latin typeface="Uni Sans Regular" panose="00000500000000000000" pitchFamily="50" charset="0"/>
              </a:defRPr>
            </a:lvl3pPr>
            <a:lvl4pPr>
              <a:defRPr sz="3300">
                <a:solidFill>
                  <a:schemeClr val="tx2"/>
                </a:solidFill>
                <a:latin typeface="Uni Sans Regular" panose="00000500000000000000" pitchFamily="50" charset="0"/>
              </a:defRPr>
            </a:lvl4pPr>
            <a:lvl5pPr>
              <a:defRPr sz="3300">
                <a:solidFill>
                  <a:schemeClr val="tx2"/>
                </a:solidFill>
                <a:latin typeface="Uni Sans Regular" panose="00000500000000000000" pitchFamily="50"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 </a:t>
            </a:r>
            <a:r>
              <a:rPr lang="en-US" dirty="0" err="1"/>
              <a:t>amet</a:t>
            </a:r>
            <a:r>
              <a:rPr lang="en-US" dirty="0"/>
              <a:t> ac </a:t>
            </a:r>
            <a:r>
              <a:rPr lang="en-US" dirty="0" err="1"/>
              <a:t>orci</a:t>
            </a:r>
            <a:r>
              <a:rPr lang="en-US" dirty="0"/>
              <a:t>. Donec </a:t>
            </a:r>
            <a:r>
              <a:rPr lang="en-US" dirty="0" err="1"/>
              <a:t>vulputate</a:t>
            </a:r>
            <a:r>
              <a:rPr lang="en-US" dirty="0"/>
              <a:t> </a:t>
            </a:r>
            <a:r>
              <a:rPr lang="en-US" dirty="0" err="1"/>
              <a:t>condimentum</a:t>
            </a:r>
            <a:r>
              <a:rPr lang="en-US" dirty="0"/>
              <a:t> </a:t>
            </a:r>
            <a:r>
              <a:rPr lang="en-US" dirty="0" err="1"/>
              <a:t>egestas</a:t>
            </a:r>
            <a:r>
              <a:rPr lang="en-US" dirty="0"/>
              <a:t>. Vestibulum ante ipsum </a:t>
            </a:r>
            <a:r>
              <a:rPr lang="en-US" dirty="0" err="1"/>
              <a:t>primis</a:t>
            </a:r>
            <a:r>
              <a:rPr lang="en-US" dirty="0"/>
              <a:t> in </a:t>
            </a:r>
            <a:r>
              <a:rPr lang="en-US" dirty="0" err="1"/>
              <a:t>faucibus</a:t>
            </a:r>
            <a:r>
              <a:rPr lang="en-US" dirty="0"/>
              <a:t> </a:t>
            </a:r>
            <a:r>
              <a:rPr lang="en-US" dirty="0" err="1"/>
              <a:t>orci</a:t>
            </a:r>
            <a:r>
              <a:rPr lang="en-US" dirty="0"/>
              <a:t> </a:t>
            </a:r>
            <a:r>
              <a:rPr lang="en-US" dirty="0" err="1"/>
              <a:t>luctus</a:t>
            </a:r>
            <a:r>
              <a:rPr lang="en-US" dirty="0"/>
              <a:t> et </a:t>
            </a:r>
            <a:r>
              <a:rPr lang="en-US" dirty="0" err="1"/>
              <a:t>ultrices</a:t>
            </a:r>
            <a:r>
              <a:rPr lang="en-US" dirty="0"/>
              <a:t> </a:t>
            </a:r>
            <a:r>
              <a:rPr lang="en-US" dirty="0" err="1"/>
              <a:t>posuere</a:t>
            </a:r>
            <a:r>
              <a:rPr lang="en-US" dirty="0"/>
              <a:t> </a:t>
            </a:r>
            <a:r>
              <a:rPr lang="en-US" dirty="0" err="1"/>
              <a:t>cubilia</a:t>
            </a:r>
            <a:r>
              <a:rPr lang="en-US" dirty="0"/>
              <a:t> Curae; </a:t>
            </a:r>
            <a:r>
              <a:rPr lang="en-US" dirty="0" err="1"/>
              <a:t>Nulla</a:t>
            </a:r>
            <a:r>
              <a:rPr lang="en-US" dirty="0"/>
              <a:t> </a:t>
            </a:r>
            <a:r>
              <a:rPr lang="en-US" dirty="0" err="1"/>
              <a:t>risus</a:t>
            </a:r>
            <a:r>
              <a:rPr lang="en-US" dirty="0"/>
              <a:t> </a:t>
            </a:r>
            <a:r>
              <a:rPr lang="en-US" dirty="0" err="1"/>
              <a:t>elit</a:t>
            </a:r>
            <a:r>
              <a:rPr lang="en-US" dirty="0"/>
              <a:t>, </a:t>
            </a:r>
            <a:r>
              <a:rPr lang="en-US" dirty="0" err="1"/>
              <a:t>ullamcorper</a:t>
            </a:r>
            <a:r>
              <a:rPr lang="en-US" dirty="0"/>
              <a:t> sit </a:t>
            </a:r>
            <a:r>
              <a:rPr lang="en-US" dirty="0" err="1"/>
              <a:t>amet</a:t>
            </a:r>
            <a:r>
              <a:rPr lang="en-US" dirty="0"/>
              <a:t> </a:t>
            </a:r>
            <a:r>
              <a:rPr lang="en-US" dirty="0" err="1"/>
              <a:t>arcu</a:t>
            </a:r>
            <a:r>
              <a:rPr lang="en-US" dirty="0"/>
              <a:t> vel, </a:t>
            </a:r>
            <a:r>
              <a:rPr lang="en-US" dirty="0" err="1"/>
              <a:t>tristique</a:t>
            </a:r>
            <a:r>
              <a:rPr lang="en-US" dirty="0"/>
              <a:t> </a:t>
            </a:r>
            <a:r>
              <a:rPr lang="en-US" dirty="0" err="1"/>
              <a:t>suscipit</a:t>
            </a:r>
            <a:r>
              <a:rPr lang="en-US" dirty="0"/>
              <a:t> </a:t>
            </a:r>
            <a:r>
              <a:rPr lang="en-US" dirty="0" err="1"/>
              <a:t>urna</a:t>
            </a:r>
            <a:r>
              <a:rPr lang="en-US" dirty="0"/>
              <a:t>. </a:t>
            </a:r>
            <a:r>
              <a:rPr lang="en-US" dirty="0" err="1"/>
              <a:t>Mauris</a:t>
            </a:r>
            <a:r>
              <a:rPr lang="en-US" dirty="0"/>
              <a:t> sit </a:t>
            </a:r>
            <a:r>
              <a:rPr lang="en-US" dirty="0" err="1"/>
              <a:t>amet</a:t>
            </a:r>
            <a:endParaRPr lang="en-US" dirty="0"/>
          </a:p>
        </p:txBody>
      </p:sp>
      <p:sp>
        <p:nvSpPr>
          <p:cNvPr id="19" name="Picture Placeholder 18">
            <a:extLst>
              <a:ext uri="{FF2B5EF4-FFF2-40B4-BE49-F238E27FC236}">
                <a16:creationId xmlns:a16="http://schemas.microsoft.com/office/drawing/2014/main" id="{21081191-5373-5749-7DC4-98783C3690DA}"/>
              </a:ext>
            </a:extLst>
          </p:cNvPr>
          <p:cNvSpPr>
            <a:spLocks noGrp="1"/>
          </p:cNvSpPr>
          <p:nvPr>
            <p:ph type="pic" sz="quarter" idx="13" hasCustomPrompt="1"/>
          </p:nvPr>
        </p:nvSpPr>
        <p:spPr>
          <a:xfrm>
            <a:off x="17202150" y="11279718"/>
            <a:ext cx="13658850" cy="5890683"/>
          </a:xfrm>
          <a:prstGeom prst="rect">
            <a:avLst/>
          </a:prstGeom>
          <a:solidFill>
            <a:schemeClr val="accent3">
              <a:lumMod val="95000"/>
            </a:schemeClr>
          </a:solidFill>
        </p:spPr>
        <p:txBody>
          <a:bodyPr lIns="121920" tIns="60960" rIns="121920" bIns="60960"/>
          <a:lstStyle>
            <a:lvl1pPr>
              <a:defRPr sz="6400"/>
            </a:lvl1pPr>
          </a:lstStyle>
          <a:p>
            <a:pPr marL="548640" marR="0" lvl="0" indent="-548640" algn="l" defTabSz="2194560" rtl="0" eaLnBrk="1" fontAlgn="auto" latinLnBrk="0" hangingPunct="1">
              <a:lnSpc>
                <a:spcPct val="90000"/>
              </a:lnSpc>
              <a:spcBef>
                <a:spcPts val="2400"/>
              </a:spcBef>
              <a:spcAft>
                <a:spcPts val="0"/>
              </a:spcAft>
              <a:buClrTx/>
              <a:buSzTx/>
              <a:buFont typeface="Arial" panose="020B0604020202020204" pitchFamily="34" charset="0"/>
              <a:buChar char="•"/>
              <a:tabLst/>
              <a:defRPr/>
            </a:pPr>
            <a:r>
              <a:rPr lang="en-US" dirty="0"/>
              <a:t>Place image here and add alt text under Review &gt; Check Accessibility &gt; Alt Text</a:t>
            </a:r>
          </a:p>
          <a:p>
            <a:endParaRPr lang="en-US" dirty="0"/>
          </a:p>
        </p:txBody>
      </p:sp>
      <p:sp>
        <p:nvSpPr>
          <p:cNvPr id="16" name="Text Placeholder 15">
            <a:extLst>
              <a:ext uri="{FF2B5EF4-FFF2-40B4-BE49-F238E27FC236}">
                <a16:creationId xmlns:a16="http://schemas.microsoft.com/office/drawing/2014/main" id="{78936DFD-DC62-63FC-9D7D-E54AA02C41CF}"/>
              </a:ext>
            </a:extLst>
          </p:cNvPr>
          <p:cNvSpPr>
            <a:spLocks noGrp="1"/>
          </p:cNvSpPr>
          <p:nvPr>
            <p:ph type="body" sz="quarter" idx="48" hasCustomPrompt="1"/>
          </p:nvPr>
        </p:nvSpPr>
        <p:spPr>
          <a:xfrm>
            <a:off x="17202150" y="17396884"/>
            <a:ext cx="13658852" cy="599016"/>
          </a:xfrm>
        </p:spPr>
        <p:txBody>
          <a:bodyPr lIns="121920" tIns="60960" rIns="121920" bIns="60960">
            <a:noAutofit/>
          </a:bodyPr>
          <a:lstStyle>
            <a:lvl1pPr marL="0" indent="0">
              <a:buNone/>
              <a:defRPr sz="1920"/>
            </a:lvl1pPr>
            <a:lvl2pPr>
              <a:defRPr sz="1200"/>
            </a:lvl2pPr>
            <a:lvl3pPr>
              <a:defRPr sz="1200"/>
            </a:lvl3pPr>
            <a:lvl4pPr>
              <a:defRPr sz="1200"/>
            </a:lvl4pPr>
            <a:lvl5pPr>
              <a:defRPr sz="1200"/>
            </a:lvl5pPr>
          </a:lstStyle>
          <a:p>
            <a:pPr lvl="0"/>
            <a:r>
              <a:rPr lang="en-US" dirty="0"/>
              <a:t>Photo caption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a:t>
            </a:r>
          </a:p>
        </p:txBody>
      </p:sp>
      <p:sp>
        <p:nvSpPr>
          <p:cNvPr id="26" name="Text Placeholder 25">
            <a:extLst>
              <a:ext uri="{FF2B5EF4-FFF2-40B4-BE49-F238E27FC236}">
                <a16:creationId xmlns:a16="http://schemas.microsoft.com/office/drawing/2014/main" id="{48B1FE93-715E-430A-7072-93B3CE554C35}"/>
              </a:ext>
            </a:extLst>
          </p:cNvPr>
          <p:cNvSpPr>
            <a:spLocks noGrp="1"/>
          </p:cNvSpPr>
          <p:nvPr>
            <p:ph type="body" sz="quarter" idx="15" hasCustomPrompt="1"/>
          </p:nvPr>
        </p:nvSpPr>
        <p:spPr>
          <a:xfrm>
            <a:off x="2107407" y="19194585"/>
            <a:ext cx="8693943" cy="770465"/>
          </a:xfrm>
          <a:prstGeom prst="rect">
            <a:avLst/>
          </a:prstGeom>
        </p:spPr>
        <p:txBody>
          <a:bodyPr lIns="121920" tIns="60960" rIns="121920" bIns="60960"/>
          <a:lstStyle>
            <a:lvl1pPr marL="0" indent="0">
              <a:buNone/>
              <a:defRPr sz="6400">
                <a:solidFill>
                  <a:schemeClr val="tx2"/>
                </a:solidFill>
                <a:latin typeface="+mj-lt"/>
              </a:defRPr>
            </a:lvl1pPr>
            <a:lvl2pPr marL="1097280" indent="0">
              <a:buNone/>
              <a:defRPr sz="4000">
                <a:solidFill>
                  <a:schemeClr val="tx2"/>
                </a:solidFill>
                <a:latin typeface="+mj-lt"/>
              </a:defRPr>
            </a:lvl2pPr>
            <a:lvl3pPr marL="2194560" indent="0">
              <a:buNone/>
              <a:defRPr sz="4000">
                <a:solidFill>
                  <a:schemeClr val="tx2"/>
                </a:solidFill>
                <a:latin typeface="+mj-lt"/>
              </a:defRPr>
            </a:lvl3pPr>
            <a:lvl4pPr marL="3291840" indent="0">
              <a:buNone/>
              <a:defRPr sz="4000">
                <a:solidFill>
                  <a:schemeClr val="tx2"/>
                </a:solidFill>
                <a:latin typeface="+mj-lt"/>
              </a:defRPr>
            </a:lvl4pPr>
            <a:lvl5pPr marL="4389120" indent="0">
              <a:buNone/>
              <a:defRPr sz="4000">
                <a:solidFill>
                  <a:schemeClr val="tx2"/>
                </a:solidFill>
                <a:latin typeface="+mj-lt"/>
              </a:defRPr>
            </a:lvl5pPr>
          </a:lstStyle>
          <a:p>
            <a:pPr lvl="0"/>
            <a:r>
              <a:rPr lang="en-US" dirty="0"/>
              <a:t>SECTION HEADER</a:t>
            </a:r>
          </a:p>
        </p:txBody>
      </p:sp>
      <p:sp>
        <p:nvSpPr>
          <p:cNvPr id="18" name="Text Placeholder 17">
            <a:extLst>
              <a:ext uri="{FF2B5EF4-FFF2-40B4-BE49-F238E27FC236}">
                <a16:creationId xmlns:a16="http://schemas.microsoft.com/office/drawing/2014/main" id="{6758B34E-538D-6627-60B1-CC449705A6B9}"/>
              </a:ext>
            </a:extLst>
          </p:cNvPr>
          <p:cNvSpPr>
            <a:spLocks noGrp="1"/>
          </p:cNvSpPr>
          <p:nvPr>
            <p:ph type="body" sz="quarter" idx="49" hasCustomPrompt="1"/>
          </p:nvPr>
        </p:nvSpPr>
        <p:spPr>
          <a:xfrm>
            <a:off x="2057400" y="20684066"/>
            <a:ext cx="8743950" cy="1261533"/>
          </a:xfrm>
        </p:spPr>
        <p:txBody>
          <a:bodyPr lIns="121920" tIns="60960" rIns="121920" bIns="60960">
            <a:noAutofit/>
          </a:bodyPr>
          <a:lstStyle>
            <a:lvl1pPr marL="0" indent="0">
              <a:buNone/>
              <a:defRPr sz="2880"/>
            </a:lvl1pPr>
            <a:lvl2pP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 </a:t>
            </a:r>
            <a:r>
              <a:rPr lang="en-US" dirty="0" err="1"/>
              <a:t>amet</a:t>
            </a:r>
            <a:r>
              <a:rPr lang="en-US" dirty="0"/>
              <a:t> ac </a:t>
            </a:r>
            <a:r>
              <a:rPr lang="en-US" dirty="0" err="1"/>
              <a:t>orci</a:t>
            </a:r>
            <a:r>
              <a:rPr lang="en-US" dirty="0"/>
              <a:t>. Donec</a:t>
            </a:r>
          </a:p>
        </p:txBody>
      </p:sp>
      <p:sp>
        <p:nvSpPr>
          <p:cNvPr id="21" name="Text Placeholder 17">
            <a:extLst>
              <a:ext uri="{FF2B5EF4-FFF2-40B4-BE49-F238E27FC236}">
                <a16:creationId xmlns:a16="http://schemas.microsoft.com/office/drawing/2014/main" id="{31D9CBC8-2414-D7F4-31D8-8114113A0DCF}"/>
              </a:ext>
            </a:extLst>
          </p:cNvPr>
          <p:cNvSpPr>
            <a:spLocks noGrp="1"/>
          </p:cNvSpPr>
          <p:nvPr>
            <p:ph type="body" sz="quarter" idx="50" hasCustomPrompt="1"/>
          </p:nvPr>
        </p:nvSpPr>
        <p:spPr>
          <a:xfrm>
            <a:off x="2057403" y="22208617"/>
            <a:ext cx="8714737" cy="5502782"/>
          </a:xfrm>
        </p:spPr>
        <p:txBody>
          <a:bodyPr lIns="121920" tIns="60960" rIns="121920" bIns="60960">
            <a:noAutofit/>
          </a:bodyPr>
          <a:lstStyle>
            <a:lvl1pPr marL="285750" indent="-285750">
              <a:buFont typeface="Arial" panose="020B0604020202020204" pitchFamily="34" charset="0"/>
              <a:buChar char="•"/>
              <a:defRPr sz="2880"/>
            </a:lvl1pPr>
            <a:lvl2pP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 </a:t>
            </a:r>
            <a:r>
              <a:rPr lang="en-US" dirty="0" err="1"/>
              <a:t>amet</a:t>
            </a:r>
            <a:r>
              <a:rPr lang="en-US" dirty="0"/>
              <a:t> ac </a:t>
            </a:r>
            <a:r>
              <a:rPr lang="en-US" dirty="0" err="1"/>
              <a:t>orci</a:t>
            </a:r>
            <a:r>
              <a:rPr lang="en-US" dirty="0"/>
              <a:t>. Donec</a:t>
            </a:r>
          </a:p>
        </p:txBody>
      </p:sp>
      <p:sp>
        <p:nvSpPr>
          <p:cNvPr id="39" name="Text Placeholder 38">
            <a:extLst>
              <a:ext uri="{FF2B5EF4-FFF2-40B4-BE49-F238E27FC236}">
                <a16:creationId xmlns:a16="http://schemas.microsoft.com/office/drawing/2014/main" id="{9E3CC80B-14B9-7CF6-BDCF-FCBE7E5D16FC}"/>
              </a:ext>
            </a:extLst>
          </p:cNvPr>
          <p:cNvSpPr>
            <a:spLocks noGrp="1"/>
          </p:cNvSpPr>
          <p:nvPr>
            <p:ph type="body" sz="quarter" idx="57" hasCustomPrompt="1"/>
          </p:nvPr>
        </p:nvSpPr>
        <p:spPr>
          <a:xfrm>
            <a:off x="2086613" y="28246918"/>
            <a:ext cx="8685526" cy="768349"/>
          </a:xfrm>
        </p:spPr>
        <p:txBody>
          <a:bodyPr lIns="121920" tIns="60960" rIns="121920" bIns="60960"/>
          <a:lstStyle>
            <a:lvl1pPr marL="0" indent="0" algn="ctr">
              <a:buNone/>
              <a:defRPr sz="4800">
                <a:solidFill>
                  <a:schemeClr val="tx2"/>
                </a:solidFill>
                <a:latin typeface="Uni Sans Book" panose="00000500000000000000" pitchFamily="50" charset="0"/>
              </a:defRPr>
            </a:lvl1pPr>
          </a:lstStyle>
          <a:p>
            <a:pPr lvl="0"/>
            <a:r>
              <a:rPr lang="en-US" dirty="0"/>
              <a:t>CHART TITLE</a:t>
            </a:r>
          </a:p>
        </p:txBody>
      </p:sp>
      <p:sp>
        <p:nvSpPr>
          <p:cNvPr id="56" name="Text Placeholder 54">
            <a:extLst>
              <a:ext uri="{FF2B5EF4-FFF2-40B4-BE49-F238E27FC236}">
                <a16:creationId xmlns:a16="http://schemas.microsoft.com/office/drawing/2014/main" id="{88898CA4-E658-78A5-E4A9-012B86A5304B}"/>
              </a:ext>
            </a:extLst>
          </p:cNvPr>
          <p:cNvSpPr>
            <a:spLocks noGrp="1"/>
          </p:cNvSpPr>
          <p:nvPr>
            <p:ph type="body" sz="quarter" idx="62" hasCustomPrompt="1"/>
          </p:nvPr>
        </p:nvSpPr>
        <p:spPr>
          <a:xfrm rot="16200000">
            <a:off x="-979356" y="31098600"/>
            <a:ext cx="5882714" cy="472016"/>
          </a:xfrm>
        </p:spPr>
        <p:txBody>
          <a:bodyPr lIns="121920" tIns="60960" rIns="121920" bIns="60960">
            <a:noAutofit/>
          </a:bodyPr>
          <a:lstStyle>
            <a:lvl1pPr marL="0" indent="0" algn="ctr">
              <a:buNone/>
              <a:defRPr sz="2880">
                <a:solidFill>
                  <a:schemeClr val="tx2"/>
                </a:solidFill>
                <a:latin typeface="Uni Sans Book" panose="00000500000000000000" pitchFamily="50" charset="0"/>
              </a:defRPr>
            </a:lvl1pPr>
          </a:lstStyle>
          <a:p>
            <a:pPr lvl="0"/>
            <a:r>
              <a:rPr lang="en-US" dirty="0"/>
              <a:t>CHART AXIS LABEL</a:t>
            </a:r>
          </a:p>
        </p:txBody>
      </p:sp>
      <p:sp>
        <p:nvSpPr>
          <p:cNvPr id="55" name="Text Placeholder 54">
            <a:extLst>
              <a:ext uri="{FF2B5EF4-FFF2-40B4-BE49-F238E27FC236}">
                <a16:creationId xmlns:a16="http://schemas.microsoft.com/office/drawing/2014/main" id="{EE0B498D-6AE9-24F6-A58D-BF9BD536CA03}"/>
              </a:ext>
            </a:extLst>
          </p:cNvPr>
          <p:cNvSpPr>
            <a:spLocks noGrp="1"/>
          </p:cNvSpPr>
          <p:nvPr>
            <p:ph type="body" sz="quarter" idx="61" hasCustomPrompt="1"/>
          </p:nvPr>
        </p:nvSpPr>
        <p:spPr>
          <a:xfrm>
            <a:off x="2057057" y="34245553"/>
            <a:ext cx="8757946" cy="472016"/>
          </a:xfrm>
        </p:spPr>
        <p:txBody>
          <a:bodyPr lIns="121920" tIns="60960" rIns="121920" bIns="60960">
            <a:noAutofit/>
          </a:bodyPr>
          <a:lstStyle>
            <a:lvl1pPr marL="0" indent="0" algn="ctr">
              <a:buNone/>
              <a:defRPr sz="2880">
                <a:solidFill>
                  <a:schemeClr val="tx2"/>
                </a:solidFill>
                <a:latin typeface="Uni Sans Book" panose="00000500000000000000" pitchFamily="50" charset="0"/>
              </a:defRPr>
            </a:lvl1pPr>
          </a:lstStyle>
          <a:p>
            <a:pPr lvl="0"/>
            <a:r>
              <a:rPr lang="en-US" dirty="0"/>
              <a:t>CHART AXIS LABEL</a:t>
            </a:r>
          </a:p>
        </p:txBody>
      </p:sp>
      <p:sp>
        <p:nvSpPr>
          <p:cNvPr id="57" name="Chart Placeholder 56">
            <a:extLst>
              <a:ext uri="{FF2B5EF4-FFF2-40B4-BE49-F238E27FC236}">
                <a16:creationId xmlns:a16="http://schemas.microsoft.com/office/drawing/2014/main" id="{FB87409A-A659-182A-B653-40FE12B63C82}"/>
              </a:ext>
            </a:extLst>
          </p:cNvPr>
          <p:cNvSpPr>
            <a:spLocks noGrp="1"/>
          </p:cNvSpPr>
          <p:nvPr>
            <p:ph type="chart" sz="quarter" idx="41"/>
          </p:nvPr>
        </p:nvSpPr>
        <p:spPr>
          <a:xfrm>
            <a:off x="2588421" y="29017382"/>
            <a:ext cx="8226582" cy="5228167"/>
          </a:xfrm>
          <a:prstGeom prst="rect">
            <a:avLst/>
          </a:prstGeom>
          <a:solidFill>
            <a:schemeClr val="accent3">
              <a:lumMod val="95000"/>
            </a:schemeClr>
          </a:solidFill>
        </p:spPr>
        <p:txBody>
          <a:bodyPr/>
          <a:lstStyle>
            <a:lvl1pPr>
              <a:defRPr sz="4800"/>
            </a:lvl1pPr>
          </a:lstStyle>
          <a:p>
            <a:endParaRPr lang="en-US" dirty="0"/>
          </a:p>
        </p:txBody>
      </p:sp>
      <p:sp>
        <p:nvSpPr>
          <p:cNvPr id="37" name="Picture Placeholder 18">
            <a:extLst>
              <a:ext uri="{FF2B5EF4-FFF2-40B4-BE49-F238E27FC236}">
                <a16:creationId xmlns:a16="http://schemas.microsoft.com/office/drawing/2014/main" id="{A9ED605D-014B-6361-4B25-AF591EE487BD}"/>
              </a:ext>
            </a:extLst>
          </p:cNvPr>
          <p:cNvSpPr>
            <a:spLocks noGrp="1"/>
          </p:cNvSpPr>
          <p:nvPr>
            <p:ph type="pic" sz="quarter" idx="26" hasCustomPrompt="1"/>
          </p:nvPr>
        </p:nvSpPr>
        <p:spPr>
          <a:xfrm>
            <a:off x="2057400" y="35630334"/>
            <a:ext cx="8714739" cy="5746265"/>
          </a:xfrm>
          <a:prstGeom prst="rect">
            <a:avLst/>
          </a:prstGeom>
          <a:solidFill>
            <a:schemeClr val="accent3">
              <a:lumMod val="95000"/>
            </a:schemeClr>
          </a:solidFill>
        </p:spPr>
        <p:txBody>
          <a:bodyPr lIns="121920" tIns="60960" rIns="121920" bIns="60960"/>
          <a:lstStyle>
            <a:lvl1pPr>
              <a:defRPr sz="5120"/>
            </a:lvl1pPr>
          </a:lstStyle>
          <a:p>
            <a:pPr marL="548640" marR="0" lvl="0" indent="-548640" algn="l" defTabSz="2194560" rtl="0" eaLnBrk="1" fontAlgn="auto" latinLnBrk="0" hangingPunct="1">
              <a:lnSpc>
                <a:spcPct val="90000"/>
              </a:lnSpc>
              <a:spcBef>
                <a:spcPts val="2400"/>
              </a:spcBef>
              <a:spcAft>
                <a:spcPts val="0"/>
              </a:spcAft>
              <a:buClrTx/>
              <a:buSzTx/>
              <a:buFont typeface="Arial" panose="020B0604020202020204" pitchFamily="34" charset="0"/>
              <a:buChar char="•"/>
              <a:tabLst/>
              <a:defRPr/>
            </a:pPr>
            <a:r>
              <a:rPr lang="en-US" dirty="0"/>
              <a:t>Place image here and add alt text under Review &gt; Check Accessibility &gt; Alt Text</a:t>
            </a:r>
          </a:p>
          <a:p>
            <a:endParaRPr lang="en-US" dirty="0"/>
          </a:p>
        </p:txBody>
      </p:sp>
      <p:sp>
        <p:nvSpPr>
          <p:cNvPr id="50" name="Text Placeholder 15">
            <a:extLst>
              <a:ext uri="{FF2B5EF4-FFF2-40B4-BE49-F238E27FC236}">
                <a16:creationId xmlns:a16="http://schemas.microsoft.com/office/drawing/2014/main" id="{248DD8AC-F30D-FA2A-2670-0A4D4BFA6411}"/>
              </a:ext>
            </a:extLst>
          </p:cNvPr>
          <p:cNvSpPr>
            <a:spLocks noGrp="1"/>
          </p:cNvSpPr>
          <p:nvPr>
            <p:ph type="body" sz="quarter" idx="60" hasCustomPrompt="1"/>
          </p:nvPr>
        </p:nvSpPr>
        <p:spPr>
          <a:xfrm>
            <a:off x="2057402" y="41534497"/>
            <a:ext cx="8743948" cy="599016"/>
          </a:xfrm>
        </p:spPr>
        <p:txBody>
          <a:bodyPr lIns="121920" tIns="60960" rIns="121920" bIns="60960">
            <a:noAutofit/>
          </a:bodyPr>
          <a:lstStyle>
            <a:lvl1pPr marL="0" indent="0">
              <a:buNone/>
              <a:defRPr sz="1920"/>
            </a:lvl1pPr>
            <a:lvl2pPr>
              <a:defRPr sz="1200"/>
            </a:lvl2pPr>
            <a:lvl3pPr>
              <a:defRPr sz="1200"/>
            </a:lvl3pPr>
            <a:lvl4pPr>
              <a:defRPr sz="1200"/>
            </a:lvl4pPr>
            <a:lvl5pPr>
              <a:defRPr sz="1200"/>
            </a:lvl5pPr>
          </a:lstStyle>
          <a:p>
            <a:pPr lvl="0"/>
            <a:r>
              <a:rPr lang="en-US" dirty="0"/>
              <a:t>Photo caption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a:t>
            </a:r>
          </a:p>
        </p:txBody>
      </p:sp>
      <p:sp>
        <p:nvSpPr>
          <p:cNvPr id="17" name="Text Placeholder 16">
            <a:extLst>
              <a:ext uri="{FF2B5EF4-FFF2-40B4-BE49-F238E27FC236}">
                <a16:creationId xmlns:a16="http://schemas.microsoft.com/office/drawing/2014/main" id="{D9835EF0-C064-2458-379F-841F884932A4}"/>
              </a:ext>
            </a:extLst>
          </p:cNvPr>
          <p:cNvSpPr>
            <a:spLocks noGrp="1"/>
          </p:cNvSpPr>
          <p:nvPr>
            <p:ph type="body" sz="quarter" idx="55" hasCustomPrompt="1"/>
          </p:nvPr>
        </p:nvSpPr>
        <p:spPr>
          <a:xfrm>
            <a:off x="12001500" y="19194585"/>
            <a:ext cx="8915400" cy="1684215"/>
          </a:xfrm>
          <a:solidFill>
            <a:schemeClr val="tx2"/>
          </a:solidFill>
        </p:spPr>
        <p:txBody>
          <a:bodyPr lIns="731520" tIns="60960" rIns="731520" bIns="60960" anchor="b" anchorCtr="0">
            <a:normAutofit/>
          </a:bodyPr>
          <a:lstStyle>
            <a:lvl1pPr marL="0" indent="0">
              <a:buNone/>
              <a:defRPr sz="4480">
                <a:solidFill>
                  <a:schemeClr val="bg1"/>
                </a:solidFill>
                <a:latin typeface="+mj-lt"/>
              </a:defRPr>
            </a:lvl1pPr>
          </a:lstStyle>
          <a:p>
            <a:pPr lvl="0"/>
            <a:r>
              <a:rPr lang="en-US" dirty="0"/>
              <a:t>BOX HEADER FOR YOUR QUICK FACTS</a:t>
            </a:r>
          </a:p>
        </p:txBody>
      </p:sp>
      <p:sp>
        <p:nvSpPr>
          <p:cNvPr id="24" name="Text Placeholder 23">
            <a:extLst>
              <a:ext uri="{FF2B5EF4-FFF2-40B4-BE49-F238E27FC236}">
                <a16:creationId xmlns:a16="http://schemas.microsoft.com/office/drawing/2014/main" id="{EA563F7C-80F5-7A45-8244-E505A80C617D}"/>
              </a:ext>
            </a:extLst>
          </p:cNvPr>
          <p:cNvSpPr>
            <a:spLocks noGrp="1"/>
          </p:cNvSpPr>
          <p:nvPr>
            <p:ph type="body" sz="quarter" idx="56" hasCustomPrompt="1"/>
          </p:nvPr>
        </p:nvSpPr>
        <p:spPr>
          <a:xfrm>
            <a:off x="12023482" y="20878800"/>
            <a:ext cx="8893418" cy="7584017"/>
          </a:xfrm>
          <a:solidFill>
            <a:schemeClr val="tx2"/>
          </a:solidFill>
        </p:spPr>
        <p:txBody>
          <a:bodyPr lIns="731520" tIns="243840" rIns="731520" bIns="60960">
            <a:normAutofit/>
          </a:bodyPr>
          <a:lstStyle>
            <a:lvl1pPr>
              <a:defRPr sz="2880">
                <a:solidFill>
                  <a:schemeClr val="bg2"/>
                </a:solidFill>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 </a:t>
            </a:r>
            <a:r>
              <a:rPr lang="en-US" dirty="0" err="1"/>
              <a:t>amet</a:t>
            </a:r>
            <a:r>
              <a:rPr lang="en-US" dirty="0"/>
              <a:t> ac </a:t>
            </a:r>
            <a:r>
              <a:rPr lang="en-US" dirty="0" err="1"/>
              <a:t>orci</a:t>
            </a:r>
            <a:r>
              <a:rPr lang="en-US" dirty="0"/>
              <a:t>. Donec </a:t>
            </a:r>
            <a:r>
              <a:rPr lang="en-US" dirty="0" err="1"/>
              <a:t>vulputate</a:t>
            </a:r>
            <a:r>
              <a:rPr lang="en-US" dirty="0"/>
              <a:t> </a:t>
            </a:r>
            <a:r>
              <a:rPr lang="en-US" dirty="0" err="1"/>
              <a:t>condimentum</a:t>
            </a:r>
            <a:endParaRPr lang="en-US" dirty="0"/>
          </a:p>
        </p:txBody>
      </p:sp>
      <p:sp>
        <p:nvSpPr>
          <p:cNvPr id="33" name="Text Placeholder 25">
            <a:extLst>
              <a:ext uri="{FF2B5EF4-FFF2-40B4-BE49-F238E27FC236}">
                <a16:creationId xmlns:a16="http://schemas.microsoft.com/office/drawing/2014/main" id="{F1384E64-71EB-804E-B091-737F5DA7AF24}"/>
              </a:ext>
            </a:extLst>
          </p:cNvPr>
          <p:cNvSpPr>
            <a:spLocks noGrp="1"/>
          </p:cNvSpPr>
          <p:nvPr>
            <p:ph type="body" sz="quarter" idx="22" hasCustomPrompt="1"/>
          </p:nvPr>
        </p:nvSpPr>
        <p:spPr>
          <a:xfrm>
            <a:off x="12044363" y="29506983"/>
            <a:ext cx="8829646" cy="770465"/>
          </a:xfrm>
          <a:prstGeom prst="rect">
            <a:avLst/>
          </a:prstGeom>
        </p:spPr>
        <p:txBody>
          <a:bodyPr lIns="121920" tIns="60960" rIns="121920" bIns="60960"/>
          <a:lstStyle>
            <a:lvl1pPr marL="0" indent="0">
              <a:buNone/>
              <a:defRPr sz="6400">
                <a:solidFill>
                  <a:schemeClr val="tx2"/>
                </a:solidFill>
                <a:latin typeface="+mj-lt"/>
              </a:defRPr>
            </a:lvl1pPr>
            <a:lvl2pPr marL="1097280" indent="0">
              <a:buNone/>
              <a:defRPr sz="4000">
                <a:solidFill>
                  <a:schemeClr val="tx2"/>
                </a:solidFill>
                <a:latin typeface="+mj-lt"/>
              </a:defRPr>
            </a:lvl2pPr>
            <a:lvl3pPr marL="2194560" indent="0">
              <a:buNone/>
              <a:defRPr sz="4000">
                <a:solidFill>
                  <a:schemeClr val="tx2"/>
                </a:solidFill>
                <a:latin typeface="+mj-lt"/>
              </a:defRPr>
            </a:lvl3pPr>
            <a:lvl4pPr marL="3291840" indent="0">
              <a:buNone/>
              <a:defRPr sz="4000">
                <a:solidFill>
                  <a:schemeClr val="tx2"/>
                </a:solidFill>
                <a:latin typeface="+mj-lt"/>
              </a:defRPr>
            </a:lvl4pPr>
            <a:lvl5pPr marL="4389120" indent="0">
              <a:buNone/>
              <a:defRPr sz="4000">
                <a:solidFill>
                  <a:schemeClr val="tx2"/>
                </a:solidFill>
                <a:latin typeface="+mj-lt"/>
              </a:defRPr>
            </a:lvl5pPr>
          </a:lstStyle>
          <a:p>
            <a:pPr lvl="0"/>
            <a:r>
              <a:rPr lang="en-US" dirty="0"/>
              <a:t>SECTION HEADER</a:t>
            </a:r>
          </a:p>
        </p:txBody>
      </p:sp>
      <p:sp>
        <p:nvSpPr>
          <p:cNvPr id="3" name="Text Placeholder 17">
            <a:extLst>
              <a:ext uri="{FF2B5EF4-FFF2-40B4-BE49-F238E27FC236}">
                <a16:creationId xmlns:a16="http://schemas.microsoft.com/office/drawing/2014/main" id="{945E6360-CBB8-C8AC-DE89-775B41758962}"/>
              </a:ext>
            </a:extLst>
          </p:cNvPr>
          <p:cNvSpPr>
            <a:spLocks noGrp="1"/>
          </p:cNvSpPr>
          <p:nvPr>
            <p:ph type="body" sz="quarter" idx="53" hasCustomPrompt="1"/>
          </p:nvPr>
        </p:nvSpPr>
        <p:spPr>
          <a:xfrm>
            <a:off x="12001500" y="30866048"/>
            <a:ext cx="8915400" cy="1261533"/>
          </a:xfrm>
        </p:spPr>
        <p:txBody>
          <a:bodyPr lIns="121920" tIns="60960" rIns="121920" bIns="60960">
            <a:noAutofit/>
          </a:bodyPr>
          <a:lstStyle>
            <a:lvl1pPr marL="0" indent="0">
              <a:buNone/>
              <a:defRPr sz="2880"/>
            </a:lvl1pPr>
            <a:lvl2pP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 </a:t>
            </a:r>
            <a:r>
              <a:rPr lang="en-US" dirty="0" err="1"/>
              <a:t>amet</a:t>
            </a:r>
            <a:r>
              <a:rPr lang="en-US" dirty="0"/>
              <a:t> ac </a:t>
            </a:r>
            <a:r>
              <a:rPr lang="en-US" dirty="0" err="1"/>
              <a:t>orci</a:t>
            </a:r>
            <a:r>
              <a:rPr lang="en-US" dirty="0"/>
              <a:t>. Donec</a:t>
            </a:r>
          </a:p>
        </p:txBody>
      </p:sp>
      <p:sp>
        <p:nvSpPr>
          <p:cNvPr id="14" name="Text Placeholder 17">
            <a:extLst>
              <a:ext uri="{FF2B5EF4-FFF2-40B4-BE49-F238E27FC236}">
                <a16:creationId xmlns:a16="http://schemas.microsoft.com/office/drawing/2014/main" id="{DE10F387-A5AC-E019-556E-3B4FF34DE43B}"/>
              </a:ext>
            </a:extLst>
          </p:cNvPr>
          <p:cNvSpPr>
            <a:spLocks noGrp="1"/>
          </p:cNvSpPr>
          <p:nvPr>
            <p:ph type="body" sz="quarter" idx="54" hasCustomPrompt="1"/>
          </p:nvPr>
        </p:nvSpPr>
        <p:spPr>
          <a:xfrm>
            <a:off x="12001502" y="32390597"/>
            <a:ext cx="8987471" cy="3640089"/>
          </a:xfrm>
        </p:spPr>
        <p:txBody>
          <a:bodyPr lIns="121920" tIns="60960" rIns="121920" bIns="60960">
            <a:noAutofit/>
          </a:bodyPr>
          <a:lstStyle>
            <a:lvl1pPr marL="285750" indent="-285750">
              <a:buFont typeface="Arial" panose="020B0604020202020204" pitchFamily="34" charset="0"/>
              <a:buChar char="•"/>
              <a:defRPr sz="2880"/>
            </a:lvl1pPr>
            <a:lvl2pP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 </a:t>
            </a:r>
            <a:r>
              <a:rPr lang="en-US" dirty="0" err="1"/>
              <a:t>amet</a:t>
            </a:r>
            <a:r>
              <a:rPr lang="en-US" dirty="0"/>
              <a:t> ac </a:t>
            </a:r>
            <a:r>
              <a:rPr lang="en-US" dirty="0" err="1"/>
              <a:t>orci</a:t>
            </a:r>
            <a:r>
              <a:rPr lang="en-US" dirty="0"/>
              <a:t>. Donec</a:t>
            </a:r>
          </a:p>
        </p:txBody>
      </p:sp>
      <p:sp>
        <p:nvSpPr>
          <p:cNvPr id="41" name="Text Placeholder 38">
            <a:extLst>
              <a:ext uri="{FF2B5EF4-FFF2-40B4-BE49-F238E27FC236}">
                <a16:creationId xmlns:a16="http://schemas.microsoft.com/office/drawing/2014/main" id="{3B4E6C2F-255C-BD4A-9AB9-0BEEAACD3733}"/>
              </a:ext>
            </a:extLst>
          </p:cNvPr>
          <p:cNvSpPr>
            <a:spLocks noGrp="1"/>
          </p:cNvSpPr>
          <p:nvPr>
            <p:ph type="body" sz="quarter" idx="59" hasCustomPrompt="1"/>
          </p:nvPr>
        </p:nvSpPr>
        <p:spPr>
          <a:xfrm>
            <a:off x="12001500" y="36493934"/>
            <a:ext cx="8915400" cy="768349"/>
          </a:xfrm>
        </p:spPr>
        <p:txBody>
          <a:bodyPr lIns="121920" tIns="60960" rIns="121920" bIns="60960"/>
          <a:lstStyle>
            <a:lvl1pPr marL="0" indent="0" algn="ctr">
              <a:buNone/>
              <a:defRPr sz="4800">
                <a:solidFill>
                  <a:schemeClr val="tx2"/>
                </a:solidFill>
                <a:latin typeface="Uni Sans Book" panose="00000500000000000000" pitchFamily="50" charset="0"/>
              </a:defRPr>
            </a:lvl1pPr>
          </a:lstStyle>
          <a:p>
            <a:pPr lvl="0"/>
            <a:r>
              <a:rPr lang="en-US" dirty="0"/>
              <a:t>CHART TITLE</a:t>
            </a:r>
          </a:p>
        </p:txBody>
      </p:sp>
      <p:sp>
        <p:nvSpPr>
          <p:cNvPr id="63" name="Text Placeholder 54">
            <a:extLst>
              <a:ext uri="{FF2B5EF4-FFF2-40B4-BE49-F238E27FC236}">
                <a16:creationId xmlns:a16="http://schemas.microsoft.com/office/drawing/2014/main" id="{E9A8CD13-2EE6-94A8-AD2C-E35E3DEB7230}"/>
              </a:ext>
            </a:extLst>
          </p:cNvPr>
          <p:cNvSpPr>
            <a:spLocks noGrp="1"/>
          </p:cNvSpPr>
          <p:nvPr>
            <p:ph type="body" sz="quarter" idx="65" hasCustomPrompt="1"/>
          </p:nvPr>
        </p:nvSpPr>
        <p:spPr>
          <a:xfrm>
            <a:off x="12008986" y="41700366"/>
            <a:ext cx="4450214" cy="472016"/>
          </a:xfrm>
        </p:spPr>
        <p:txBody>
          <a:bodyPr lIns="121920" tIns="60960" rIns="121920" bIns="60960">
            <a:noAutofit/>
          </a:bodyPr>
          <a:lstStyle>
            <a:lvl1pPr marL="0" indent="0" algn="ctr">
              <a:buNone/>
              <a:defRPr sz="2880">
                <a:solidFill>
                  <a:schemeClr val="tx2"/>
                </a:solidFill>
                <a:latin typeface="Uni Sans Book" panose="00000500000000000000" pitchFamily="50" charset="0"/>
              </a:defRPr>
            </a:lvl1pPr>
          </a:lstStyle>
          <a:p>
            <a:pPr lvl="0"/>
            <a:r>
              <a:rPr lang="en-US" dirty="0"/>
              <a:t>CHART AXIS LABEL</a:t>
            </a:r>
          </a:p>
        </p:txBody>
      </p:sp>
      <p:sp>
        <p:nvSpPr>
          <p:cNvPr id="59" name="Chart Placeholder 56">
            <a:extLst>
              <a:ext uri="{FF2B5EF4-FFF2-40B4-BE49-F238E27FC236}">
                <a16:creationId xmlns:a16="http://schemas.microsoft.com/office/drawing/2014/main" id="{D5B5394A-2F22-FDE5-236E-71E183E88E0D}"/>
              </a:ext>
            </a:extLst>
          </p:cNvPr>
          <p:cNvSpPr>
            <a:spLocks noGrp="1"/>
          </p:cNvSpPr>
          <p:nvPr>
            <p:ph type="chart" sz="quarter" idx="43"/>
          </p:nvPr>
        </p:nvSpPr>
        <p:spPr>
          <a:xfrm>
            <a:off x="12044333" y="37272863"/>
            <a:ext cx="4414812" cy="4415896"/>
          </a:xfrm>
          <a:prstGeom prst="rect">
            <a:avLst/>
          </a:prstGeom>
          <a:solidFill>
            <a:schemeClr val="accent3">
              <a:lumMod val="95000"/>
            </a:schemeClr>
          </a:solidFill>
        </p:spPr>
        <p:txBody>
          <a:bodyPr/>
          <a:lstStyle>
            <a:lvl1pPr>
              <a:defRPr sz="4800"/>
            </a:lvl1pPr>
          </a:lstStyle>
          <a:p>
            <a:endParaRPr lang="en-US" dirty="0"/>
          </a:p>
        </p:txBody>
      </p:sp>
      <p:sp>
        <p:nvSpPr>
          <p:cNvPr id="64" name="Text Placeholder 54">
            <a:extLst>
              <a:ext uri="{FF2B5EF4-FFF2-40B4-BE49-F238E27FC236}">
                <a16:creationId xmlns:a16="http://schemas.microsoft.com/office/drawing/2014/main" id="{9A791779-1151-EF6C-A588-547FB9E5F082}"/>
              </a:ext>
            </a:extLst>
          </p:cNvPr>
          <p:cNvSpPr>
            <a:spLocks noGrp="1"/>
          </p:cNvSpPr>
          <p:nvPr>
            <p:ph type="body" sz="quarter" idx="66" hasCustomPrompt="1"/>
          </p:nvPr>
        </p:nvSpPr>
        <p:spPr>
          <a:xfrm>
            <a:off x="16453033" y="41700366"/>
            <a:ext cx="4450214" cy="472016"/>
          </a:xfrm>
        </p:spPr>
        <p:txBody>
          <a:bodyPr lIns="121920" tIns="60960" rIns="121920" bIns="60960">
            <a:noAutofit/>
          </a:bodyPr>
          <a:lstStyle>
            <a:lvl1pPr marL="0" indent="0" algn="ctr">
              <a:buNone/>
              <a:defRPr sz="2880">
                <a:solidFill>
                  <a:schemeClr val="tx2"/>
                </a:solidFill>
                <a:latin typeface="Uni Sans Book" panose="00000500000000000000" pitchFamily="50" charset="0"/>
              </a:defRPr>
            </a:lvl1pPr>
          </a:lstStyle>
          <a:p>
            <a:pPr lvl="0"/>
            <a:r>
              <a:rPr lang="en-US" dirty="0"/>
              <a:t>CHART AXIS LABEL</a:t>
            </a:r>
          </a:p>
        </p:txBody>
      </p:sp>
      <p:sp>
        <p:nvSpPr>
          <p:cNvPr id="60" name="Chart Placeholder 56">
            <a:extLst>
              <a:ext uri="{FF2B5EF4-FFF2-40B4-BE49-F238E27FC236}">
                <a16:creationId xmlns:a16="http://schemas.microsoft.com/office/drawing/2014/main" id="{7494449F-9756-E9E3-C51C-021C113FAE32}"/>
              </a:ext>
            </a:extLst>
          </p:cNvPr>
          <p:cNvSpPr>
            <a:spLocks noGrp="1"/>
          </p:cNvSpPr>
          <p:nvPr>
            <p:ph type="chart" sz="quarter" idx="44"/>
          </p:nvPr>
        </p:nvSpPr>
        <p:spPr>
          <a:xfrm>
            <a:off x="16484203" y="37272863"/>
            <a:ext cx="4389753" cy="4415896"/>
          </a:xfrm>
          <a:prstGeom prst="rect">
            <a:avLst/>
          </a:prstGeom>
          <a:solidFill>
            <a:schemeClr val="accent3">
              <a:lumMod val="95000"/>
            </a:schemeClr>
          </a:solidFill>
        </p:spPr>
        <p:txBody>
          <a:bodyPr/>
          <a:lstStyle>
            <a:lvl1pPr>
              <a:defRPr sz="4800"/>
            </a:lvl1pPr>
          </a:lstStyle>
          <a:p>
            <a:endParaRPr lang="en-US" dirty="0"/>
          </a:p>
        </p:txBody>
      </p:sp>
      <p:sp>
        <p:nvSpPr>
          <p:cNvPr id="27" name="Text Placeholder 25">
            <a:extLst>
              <a:ext uri="{FF2B5EF4-FFF2-40B4-BE49-F238E27FC236}">
                <a16:creationId xmlns:a16="http://schemas.microsoft.com/office/drawing/2014/main" id="{6B866D6D-0E0B-BC55-3CAA-89FFFA558E1A}"/>
              </a:ext>
            </a:extLst>
          </p:cNvPr>
          <p:cNvSpPr>
            <a:spLocks noGrp="1"/>
          </p:cNvSpPr>
          <p:nvPr>
            <p:ph type="body" sz="quarter" idx="16" hasCustomPrompt="1"/>
          </p:nvPr>
        </p:nvSpPr>
        <p:spPr>
          <a:xfrm>
            <a:off x="22117050" y="19194585"/>
            <a:ext cx="8743950" cy="770465"/>
          </a:xfrm>
          <a:prstGeom prst="rect">
            <a:avLst/>
          </a:prstGeom>
        </p:spPr>
        <p:txBody>
          <a:bodyPr lIns="121920" tIns="60960" rIns="121920" bIns="60960"/>
          <a:lstStyle>
            <a:lvl1pPr marL="0" indent="0">
              <a:buNone/>
              <a:defRPr sz="6400">
                <a:solidFill>
                  <a:schemeClr val="tx2"/>
                </a:solidFill>
                <a:latin typeface="+mj-lt"/>
              </a:defRPr>
            </a:lvl1pPr>
            <a:lvl2pPr marL="1097280" indent="0">
              <a:buNone/>
              <a:defRPr sz="4000">
                <a:solidFill>
                  <a:schemeClr val="tx2"/>
                </a:solidFill>
                <a:latin typeface="+mj-lt"/>
              </a:defRPr>
            </a:lvl2pPr>
            <a:lvl3pPr marL="2194560" indent="0">
              <a:buNone/>
              <a:defRPr sz="4000">
                <a:solidFill>
                  <a:schemeClr val="tx2"/>
                </a:solidFill>
                <a:latin typeface="+mj-lt"/>
              </a:defRPr>
            </a:lvl3pPr>
            <a:lvl4pPr marL="3291840" indent="0">
              <a:buNone/>
              <a:defRPr sz="4000">
                <a:solidFill>
                  <a:schemeClr val="tx2"/>
                </a:solidFill>
                <a:latin typeface="+mj-lt"/>
              </a:defRPr>
            </a:lvl4pPr>
            <a:lvl5pPr marL="4389120" indent="0">
              <a:buNone/>
              <a:defRPr sz="4000">
                <a:solidFill>
                  <a:schemeClr val="tx2"/>
                </a:solidFill>
                <a:latin typeface="+mj-lt"/>
              </a:defRPr>
            </a:lvl5pPr>
          </a:lstStyle>
          <a:p>
            <a:pPr lvl="0"/>
            <a:r>
              <a:rPr lang="en-US" dirty="0"/>
              <a:t>SECTION HEADER</a:t>
            </a:r>
          </a:p>
        </p:txBody>
      </p:sp>
      <p:sp>
        <p:nvSpPr>
          <p:cNvPr id="22" name="Text Placeholder 17">
            <a:extLst>
              <a:ext uri="{FF2B5EF4-FFF2-40B4-BE49-F238E27FC236}">
                <a16:creationId xmlns:a16="http://schemas.microsoft.com/office/drawing/2014/main" id="{792949F3-A85B-9075-3379-5507A48829D2}"/>
              </a:ext>
            </a:extLst>
          </p:cNvPr>
          <p:cNvSpPr>
            <a:spLocks noGrp="1"/>
          </p:cNvSpPr>
          <p:nvPr>
            <p:ph type="body" sz="quarter" idx="51" hasCustomPrompt="1"/>
          </p:nvPr>
        </p:nvSpPr>
        <p:spPr>
          <a:xfrm>
            <a:off x="22125381" y="20684066"/>
            <a:ext cx="8743950" cy="1261533"/>
          </a:xfrm>
        </p:spPr>
        <p:txBody>
          <a:bodyPr lIns="121920" tIns="60960" rIns="121920" bIns="60960">
            <a:noAutofit/>
          </a:bodyPr>
          <a:lstStyle>
            <a:lvl1pPr marL="0" indent="0">
              <a:buNone/>
              <a:defRPr sz="2880"/>
            </a:lvl1pPr>
            <a:lvl2pP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 </a:t>
            </a:r>
            <a:r>
              <a:rPr lang="en-US" dirty="0" err="1"/>
              <a:t>amet</a:t>
            </a:r>
            <a:r>
              <a:rPr lang="en-US" dirty="0"/>
              <a:t> ac </a:t>
            </a:r>
            <a:r>
              <a:rPr lang="en-US" dirty="0" err="1"/>
              <a:t>orci</a:t>
            </a:r>
            <a:r>
              <a:rPr lang="en-US" dirty="0"/>
              <a:t>. Donec</a:t>
            </a:r>
          </a:p>
        </p:txBody>
      </p:sp>
      <p:sp>
        <p:nvSpPr>
          <p:cNvPr id="23" name="Text Placeholder 17">
            <a:extLst>
              <a:ext uri="{FF2B5EF4-FFF2-40B4-BE49-F238E27FC236}">
                <a16:creationId xmlns:a16="http://schemas.microsoft.com/office/drawing/2014/main" id="{1F1E2B9C-4C5D-F48A-7C53-C6465EDEE89D}"/>
              </a:ext>
            </a:extLst>
          </p:cNvPr>
          <p:cNvSpPr>
            <a:spLocks noGrp="1"/>
          </p:cNvSpPr>
          <p:nvPr>
            <p:ph type="body" sz="quarter" idx="52" hasCustomPrompt="1"/>
          </p:nvPr>
        </p:nvSpPr>
        <p:spPr>
          <a:xfrm>
            <a:off x="22125382" y="22208617"/>
            <a:ext cx="8714737" cy="5502782"/>
          </a:xfrm>
        </p:spPr>
        <p:txBody>
          <a:bodyPr lIns="121920" tIns="60960" rIns="121920" bIns="60960">
            <a:noAutofit/>
          </a:bodyPr>
          <a:lstStyle>
            <a:lvl1pPr marL="285750" indent="-285750">
              <a:buFont typeface="Arial" panose="020B0604020202020204" pitchFamily="34" charset="0"/>
              <a:buChar char="•"/>
              <a:defRPr sz="2880"/>
            </a:lvl1pPr>
            <a:lvl2pP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 </a:t>
            </a:r>
            <a:r>
              <a:rPr lang="en-US" dirty="0" err="1"/>
              <a:t>amet</a:t>
            </a:r>
            <a:r>
              <a:rPr lang="en-US" dirty="0"/>
              <a:t> ac </a:t>
            </a:r>
            <a:r>
              <a:rPr lang="en-US" dirty="0" err="1"/>
              <a:t>orci</a:t>
            </a:r>
            <a:r>
              <a:rPr lang="en-US" dirty="0"/>
              <a:t>. Donec</a:t>
            </a:r>
          </a:p>
        </p:txBody>
      </p:sp>
      <p:sp>
        <p:nvSpPr>
          <p:cNvPr id="40" name="Text Placeholder 38">
            <a:extLst>
              <a:ext uri="{FF2B5EF4-FFF2-40B4-BE49-F238E27FC236}">
                <a16:creationId xmlns:a16="http://schemas.microsoft.com/office/drawing/2014/main" id="{3780011B-BEBD-6A88-2851-E87C254E14D1}"/>
              </a:ext>
            </a:extLst>
          </p:cNvPr>
          <p:cNvSpPr>
            <a:spLocks noGrp="1"/>
          </p:cNvSpPr>
          <p:nvPr>
            <p:ph type="body" sz="quarter" idx="58" hasCustomPrompt="1"/>
          </p:nvPr>
        </p:nvSpPr>
        <p:spPr>
          <a:xfrm>
            <a:off x="22111730" y="28449057"/>
            <a:ext cx="8714737" cy="768349"/>
          </a:xfrm>
        </p:spPr>
        <p:txBody>
          <a:bodyPr lIns="121920" tIns="60960" rIns="121920" bIns="60960"/>
          <a:lstStyle>
            <a:lvl1pPr marL="0" indent="0" algn="ctr">
              <a:buNone/>
              <a:defRPr sz="4800">
                <a:solidFill>
                  <a:schemeClr val="tx2"/>
                </a:solidFill>
                <a:latin typeface="Uni Sans Book" panose="00000500000000000000" pitchFamily="50" charset="0"/>
              </a:defRPr>
            </a:lvl1pPr>
          </a:lstStyle>
          <a:p>
            <a:pPr lvl="0"/>
            <a:r>
              <a:rPr lang="en-US" dirty="0"/>
              <a:t>CHART TITLE</a:t>
            </a:r>
          </a:p>
        </p:txBody>
      </p:sp>
      <p:sp>
        <p:nvSpPr>
          <p:cNvPr id="62" name="Text Placeholder 54">
            <a:extLst>
              <a:ext uri="{FF2B5EF4-FFF2-40B4-BE49-F238E27FC236}">
                <a16:creationId xmlns:a16="http://schemas.microsoft.com/office/drawing/2014/main" id="{60399315-C974-7843-A546-3BC29EA169F1}"/>
              </a:ext>
            </a:extLst>
          </p:cNvPr>
          <p:cNvSpPr>
            <a:spLocks noGrp="1"/>
          </p:cNvSpPr>
          <p:nvPr>
            <p:ph type="body" sz="quarter" idx="64" hasCustomPrompt="1"/>
          </p:nvPr>
        </p:nvSpPr>
        <p:spPr>
          <a:xfrm rot="16200000">
            <a:off x="19079563" y="31256253"/>
            <a:ext cx="5882714" cy="472016"/>
          </a:xfrm>
        </p:spPr>
        <p:txBody>
          <a:bodyPr lIns="121920" tIns="60960" rIns="121920" bIns="60960">
            <a:noAutofit/>
          </a:bodyPr>
          <a:lstStyle>
            <a:lvl1pPr marL="0" indent="0" algn="ctr">
              <a:buNone/>
              <a:defRPr sz="2880">
                <a:solidFill>
                  <a:schemeClr val="tx2"/>
                </a:solidFill>
                <a:latin typeface="Uni Sans Book" panose="00000500000000000000" pitchFamily="50" charset="0"/>
              </a:defRPr>
            </a:lvl1pPr>
          </a:lstStyle>
          <a:p>
            <a:pPr lvl="0"/>
            <a:r>
              <a:rPr lang="en-US" dirty="0"/>
              <a:t>CHART AXIS LABEL</a:t>
            </a:r>
          </a:p>
        </p:txBody>
      </p:sp>
      <p:sp>
        <p:nvSpPr>
          <p:cNvPr id="61" name="Text Placeholder 54">
            <a:extLst>
              <a:ext uri="{FF2B5EF4-FFF2-40B4-BE49-F238E27FC236}">
                <a16:creationId xmlns:a16="http://schemas.microsoft.com/office/drawing/2014/main" id="{4369CC56-84FF-A9B3-DC20-281116398C87}"/>
              </a:ext>
            </a:extLst>
          </p:cNvPr>
          <p:cNvSpPr>
            <a:spLocks noGrp="1"/>
          </p:cNvSpPr>
          <p:nvPr>
            <p:ph type="body" sz="quarter" idx="63" hasCustomPrompt="1"/>
          </p:nvPr>
        </p:nvSpPr>
        <p:spPr>
          <a:xfrm>
            <a:off x="22158866" y="34403205"/>
            <a:ext cx="8757946" cy="472016"/>
          </a:xfrm>
        </p:spPr>
        <p:txBody>
          <a:bodyPr lIns="121920" tIns="60960" rIns="121920" bIns="60960">
            <a:noAutofit/>
          </a:bodyPr>
          <a:lstStyle>
            <a:lvl1pPr marL="0" indent="0" algn="ctr">
              <a:buNone/>
              <a:defRPr sz="2880">
                <a:solidFill>
                  <a:schemeClr val="tx2"/>
                </a:solidFill>
                <a:latin typeface="Uni Sans Book" panose="00000500000000000000" pitchFamily="50" charset="0"/>
              </a:defRPr>
            </a:lvl1pPr>
          </a:lstStyle>
          <a:p>
            <a:pPr lvl="0"/>
            <a:r>
              <a:rPr lang="en-US" dirty="0"/>
              <a:t>CHART AXIS LABEL</a:t>
            </a:r>
          </a:p>
        </p:txBody>
      </p:sp>
      <p:sp>
        <p:nvSpPr>
          <p:cNvPr id="58" name="Chart Placeholder 56">
            <a:extLst>
              <a:ext uri="{FF2B5EF4-FFF2-40B4-BE49-F238E27FC236}">
                <a16:creationId xmlns:a16="http://schemas.microsoft.com/office/drawing/2014/main" id="{314873A6-E346-BBD8-198B-75CF072C9B2B}"/>
              </a:ext>
            </a:extLst>
          </p:cNvPr>
          <p:cNvSpPr>
            <a:spLocks noGrp="1"/>
          </p:cNvSpPr>
          <p:nvPr>
            <p:ph type="chart" sz="quarter" idx="42"/>
          </p:nvPr>
        </p:nvSpPr>
        <p:spPr>
          <a:xfrm>
            <a:off x="22642751" y="29232464"/>
            <a:ext cx="8218251" cy="5170740"/>
          </a:xfrm>
          <a:prstGeom prst="rect">
            <a:avLst/>
          </a:prstGeom>
          <a:solidFill>
            <a:schemeClr val="accent3">
              <a:lumMod val="95000"/>
            </a:schemeClr>
          </a:solidFill>
        </p:spPr>
        <p:txBody>
          <a:bodyPr/>
          <a:lstStyle>
            <a:lvl1pPr>
              <a:defRPr sz="4800"/>
            </a:lvl1pPr>
          </a:lstStyle>
          <a:p>
            <a:endParaRPr lang="en-US" dirty="0"/>
          </a:p>
        </p:txBody>
      </p:sp>
      <p:sp>
        <p:nvSpPr>
          <p:cNvPr id="36" name="Text Placeholder 25">
            <a:extLst>
              <a:ext uri="{FF2B5EF4-FFF2-40B4-BE49-F238E27FC236}">
                <a16:creationId xmlns:a16="http://schemas.microsoft.com/office/drawing/2014/main" id="{03736E28-27F3-A378-90E6-702C704BB4CA}"/>
              </a:ext>
            </a:extLst>
          </p:cNvPr>
          <p:cNvSpPr>
            <a:spLocks noGrp="1"/>
          </p:cNvSpPr>
          <p:nvPr>
            <p:ph type="body" sz="quarter" idx="25" hasCustomPrompt="1"/>
          </p:nvPr>
        </p:nvSpPr>
        <p:spPr>
          <a:xfrm>
            <a:off x="22154621" y="35681137"/>
            <a:ext cx="8706379" cy="770465"/>
          </a:xfrm>
          <a:prstGeom prst="rect">
            <a:avLst/>
          </a:prstGeom>
        </p:spPr>
        <p:txBody>
          <a:bodyPr lIns="121920" tIns="60960" rIns="121920" bIns="60960"/>
          <a:lstStyle>
            <a:lvl1pPr marL="0" indent="0">
              <a:buNone/>
              <a:defRPr sz="6400">
                <a:solidFill>
                  <a:schemeClr val="tx2"/>
                </a:solidFill>
                <a:latin typeface="+mj-lt"/>
              </a:defRPr>
            </a:lvl1pPr>
            <a:lvl2pPr marL="1097280" indent="0">
              <a:buNone/>
              <a:defRPr sz="4000">
                <a:solidFill>
                  <a:schemeClr val="tx2"/>
                </a:solidFill>
                <a:latin typeface="+mj-lt"/>
              </a:defRPr>
            </a:lvl2pPr>
            <a:lvl3pPr marL="2194560" indent="0">
              <a:buNone/>
              <a:defRPr sz="4000">
                <a:solidFill>
                  <a:schemeClr val="tx2"/>
                </a:solidFill>
                <a:latin typeface="+mj-lt"/>
              </a:defRPr>
            </a:lvl3pPr>
            <a:lvl4pPr marL="3291840" indent="0">
              <a:buNone/>
              <a:defRPr sz="4000">
                <a:solidFill>
                  <a:schemeClr val="tx2"/>
                </a:solidFill>
                <a:latin typeface="+mj-lt"/>
              </a:defRPr>
            </a:lvl4pPr>
            <a:lvl5pPr marL="4389120" indent="0">
              <a:buNone/>
              <a:defRPr sz="4000">
                <a:solidFill>
                  <a:schemeClr val="tx2"/>
                </a:solidFill>
                <a:latin typeface="+mj-lt"/>
              </a:defRPr>
            </a:lvl5pPr>
          </a:lstStyle>
          <a:p>
            <a:pPr lvl="0"/>
            <a:r>
              <a:rPr lang="en-US" dirty="0"/>
              <a:t>SECTION HEADER</a:t>
            </a:r>
          </a:p>
        </p:txBody>
      </p:sp>
      <p:sp>
        <p:nvSpPr>
          <p:cNvPr id="65" name="Text Placeholder 17">
            <a:extLst>
              <a:ext uri="{FF2B5EF4-FFF2-40B4-BE49-F238E27FC236}">
                <a16:creationId xmlns:a16="http://schemas.microsoft.com/office/drawing/2014/main" id="{33A5D178-74A1-4DE2-1B8E-215EEED10B34}"/>
              </a:ext>
            </a:extLst>
          </p:cNvPr>
          <p:cNvSpPr>
            <a:spLocks noGrp="1"/>
          </p:cNvSpPr>
          <p:nvPr>
            <p:ph type="body" sz="quarter" idx="67" hasCustomPrompt="1"/>
          </p:nvPr>
        </p:nvSpPr>
        <p:spPr>
          <a:xfrm>
            <a:off x="22125381" y="37091370"/>
            <a:ext cx="8743950" cy="1261533"/>
          </a:xfrm>
        </p:spPr>
        <p:txBody>
          <a:bodyPr lIns="121920" tIns="60960" rIns="121920" bIns="60960">
            <a:noAutofit/>
          </a:bodyPr>
          <a:lstStyle>
            <a:lvl1pPr marL="0" indent="0">
              <a:buNone/>
              <a:defRPr sz="2880"/>
            </a:lvl1pPr>
            <a:lvl2pP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 </a:t>
            </a:r>
            <a:r>
              <a:rPr lang="en-US" dirty="0" err="1"/>
              <a:t>amet</a:t>
            </a:r>
            <a:r>
              <a:rPr lang="en-US" dirty="0"/>
              <a:t> ac </a:t>
            </a:r>
            <a:r>
              <a:rPr lang="en-US" dirty="0" err="1"/>
              <a:t>orci</a:t>
            </a:r>
            <a:r>
              <a:rPr lang="en-US" dirty="0"/>
              <a:t>. Donec</a:t>
            </a:r>
          </a:p>
        </p:txBody>
      </p:sp>
      <p:sp>
        <p:nvSpPr>
          <p:cNvPr id="66" name="Text Placeholder 17">
            <a:extLst>
              <a:ext uri="{FF2B5EF4-FFF2-40B4-BE49-F238E27FC236}">
                <a16:creationId xmlns:a16="http://schemas.microsoft.com/office/drawing/2014/main" id="{076EE7ED-70B2-6630-609F-2FE0086FB1F5}"/>
              </a:ext>
            </a:extLst>
          </p:cNvPr>
          <p:cNvSpPr>
            <a:spLocks noGrp="1"/>
          </p:cNvSpPr>
          <p:nvPr>
            <p:ph type="body" sz="quarter" idx="68" hasCustomPrompt="1"/>
          </p:nvPr>
        </p:nvSpPr>
        <p:spPr>
          <a:xfrm>
            <a:off x="22125382" y="38615922"/>
            <a:ext cx="8714737" cy="3556460"/>
          </a:xfrm>
        </p:spPr>
        <p:txBody>
          <a:bodyPr lIns="121920" tIns="60960" rIns="121920" bIns="60960">
            <a:noAutofit/>
          </a:bodyPr>
          <a:lstStyle>
            <a:lvl1pPr marL="285750" indent="-285750">
              <a:buFont typeface="Arial" panose="020B0604020202020204" pitchFamily="34" charset="0"/>
              <a:buChar char="•"/>
              <a:defRPr sz="2880"/>
            </a:lvl1pPr>
            <a:lvl2pP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 </a:t>
            </a:r>
            <a:r>
              <a:rPr lang="en-US" dirty="0" err="1"/>
              <a:t>amet</a:t>
            </a:r>
            <a:r>
              <a:rPr lang="en-US" dirty="0"/>
              <a:t> ac </a:t>
            </a:r>
            <a:r>
              <a:rPr lang="en-US" dirty="0" err="1"/>
              <a:t>orci</a:t>
            </a:r>
            <a:r>
              <a:rPr lang="en-US" dirty="0"/>
              <a:t>. Donec</a:t>
            </a:r>
          </a:p>
        </p:txBody>
      </p:sp>
    </p:spTree>
  </p:cSld>
  <p:clrMapOvr>
    <a:masterClrMapping/>
  </p:clrMapOvr>
  <p:extLst>
    <p:ext uri="{DCECCB84-F9BA-43D5-87BE-67443E8EF086}">
      <p15:sldGuideLst xmlns:p15="http://schemas.microsoft.com/office/powerpoint/2012/main">
        <p15:guide id="1" orient="horz" pos="1382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ond Pag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FCE31BD-1261-01C7-4870-B6860CC81801}"/>
              </a:ext>
              <a:ext uri="{C183D7F6-B498-43B3-948B-1728B52AA6E4}">
                <adec:decorative xmlns:adec="http://schemas.microsoft.com/office/drawing/2017/decorative" val="1"/>
              </a:ext>
            </a:extLst>
          </p:cNvPr>
          <p:cNvSpPr>
            <a:spLocks/>
          </p:cNvSpPr>
          <p:nvPr userDrawn="1"/>
        </p:nvSpPr>
        <p:spPr>
          <a:xfrm>
            <a:off x="0" y="0"/>
            <a:ext cx="32918400" cy="8839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184"/>
          </a:p>
        </p:txBody>
      </p:sp>
      <p:cxnSp>
        <p:nvCxnSpPr>
          <p:cNvPr id="16" name="Straight Connector 15">
            <a:extLst>
              <a:ext uri="{FF2B5EF4-FFF2-40B4-BE49-F238E27FC236}">
                <a16:creationId xmlns:a16="http://schemas.microsoft.com/office/drawing/2014/main" id="{3C4B055B-085B-76FB-DE60-7304A9BF5103}"/>
              </a:ext>
              <a:ext uri="{C183D7F6-B498-43B3-948B-1728B52AA6E4}">
                <adec:decorative xmlns:adec="http://schemas.microsoft.com/office/drawing/2017/decorative" val="1"/>
              </a:ext>
            </a:extLst>
          </p:cNvPr>
          <p:cNvCxnSpPr>
            <a:cxnSpLocks/>
          </p:cNvCxnSpPr>
          <p:nvPr userDrawn="1"/>
        </p:nvCxnSpPr>
        <p:spPr>
          <a:xfrm>
            <a:off x="11412415" y="9948674"/>
            <a:ext cx="1270" cy="32113727"/>
          </a:xfrm>
          <a:prstGeom prst="line">
            <a:avLst/>
          </a:prstGeom>
          <a:ln w="8467">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45DD99A-053C-87B2-55AC-3DA6C3980301}"/>
              </a:ext>
              <a:ext uri="{C183D7F6-B498-43B3-948B-1728B52AA6E4}">
                <adec:decorative xmlns:adec="http://schemas.microsoft.com/office/drawing/2017/decorative" val="1"/>
              </a:ext>
            </a:extLst>
          </p:cNvPr>
          <p:cNvCxnSpPr>
            <a:cxnSpLocks/>
          </p:cNvCxnSpPr>
          <p:nvPr userDrawn="1"/>
        </p:nvCxnSpPr>
        <p:spPr>
          <a:xfrm>
            <a:off x="21514315" y="9997440"/>
            <a:ext cx="1270" cy="32064961"/>
          </a:xfrm>
          <a:prstGeom prst="line">
            <a:avLst/>
          </a:prstGeom>
          <a:ln w="8467">
            <a:solidFill>
              <a:schemeClr val="bg1"/>
            </a:solidFill>
          </a:ln>
        </p:spPr>
        <p:style>
          <a:lnRef idx="1">
            <a:schemeClr val="accent1"/>
          </a:lnRef>
          <a:fillRef idx="0">
            <a:schemeClr val="accent1"/>
          </a:fillRef>
          <a:effectRef idx="0">
            <a:schemeClr val="accent1"/>
          </a:effectRef>
          <a:fontRef idx="minor">
            <a:schemeClr val="tx1"/>
          </a:fontRef>
        </p:style>
      </p:cxnSp>
      <p:pic>
        <p:nvPicPr>
          <p:cNvPr id="18" name="Picture 17" descr="White Block W and University of Washington wordmark">
            <a:extLst>
              <a:ext uri="{FF2B5EF4-FFF2-40B4-BE49-F238E27FC236}">
                <a16:creationId xmlns:a16="http://schemas.microsoft.com/office/drawing/2014/main" id="{A228B37B-943D-418F-7FEB-547899E5FF6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045538" y="1857483"/>
            <a:ext cx="13727862" cy="958325"/>
          </a:xfrm>
          <a:prstGeom prst="rect">
            <a:avLst/>
          </a:prstGeom>
        </p:spPr>
      </p:pic>
      <p:sp>
        <p:nvSpPr>
          <p:cNvPr id="13" name="Title 1">
            <a:extLst>
              <a:ext uri="{FF2B5EF4-FFF2-40B4-BE49-F238E27FC236}">
                <a16:creationId xmlns:a16="http://schemas.microsoft.com/office/drawing/2014/main" id="{4186BECF-CA9C-0683-E48A-FD679FF854AF}"/>
              </a:ext>
            </a:extLst>
          </p:cNvPr>
          <p:cNvSpPr>
            <a:spLocks noGrp="1"/>
          </p:cNvSpPr>
          <p:nvPr>
            <p:ph type="ctrTitle" hasCustomPrompt="1"/>
          </p:nvPr>
        </p:nvSpPr>
        <p:spPr>
          <a:xfrm>
            <a:off x="2057400" y="3214253"/>
            <a:ext cx="28180147" cy="3316182"/>
          </a:xfrm>
          <a:prstGeom prst="rect">
            <a:avLst/>
          </a:prstGeom>
        </p:spPr>
        <p:txBody>
          <a:bodyPr lIns="0" tIns="60960" rIns="0" bIns="60960" anchor="b"/>
          <a:lstStyle>
            <a:lvl1pPr algn="l">
              <a:defRPr sz="18400">
                <a:solidFill>
                  <a:schemeClr val="bg2"/>
                </a:solidFill>
              </a:defRPr>
            </a:lvl1pPr>
          </a:lstStyle>
          <a:p>
            <a:r>
              <a:rPr lang="en-US" dirty="0"/>
              <a:t>HEADER</a:t>
            </a:r>
          </a:p>
        </p:txBody>
      </p:sp>
      <p:pic>
        <p:nvPicPr>
          <p:cNvPr id="15" name="Picture 14">
            <a:extLst>
              <a:ext uri="{FF2B5EF4-FFF2-40B4-BE49-F238E27FC236}">
                <a16:creationId xmlns:a16="http://schemas.microsoft.com/office/drawing/2014/main" id="{1910B298-2CC4-0C2E-86C9-441EA8DBD97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57400" y="6225373"/>
            <a:ext cx="5815584" cy="1267968"/>
          </a:xfrm>
          <a:prstGeom prst="rect">
            <a:avLst/>
          </a:prstGeom>
        </p:spPr>
      </p:pic>
      <p:sp>
        <p:nvSpPr>
          <p:cNvPr id="4" name="Text Placeholder 25">
            <a:extLst>
              <a:ext uri="{FF2B5EF4-FFF2-40B4-BE49-F238E27FC236}">
                <a16:creationId xmlns:a16="http://schemas.microsoft.com/office/drawing/2014/main" id="{1D5D6CC3-BEED-BD27-6C46-B0663A0BAAEC}"/>
              </a:ext>
            </a:extLst>
          </p:cNvPr>
          <p:cNvSpPr>
            <a:spLocks noGrp="1"/>
          </p:cNvSpPr>
          <p:nvPr>
            <p:ph type="body" sz="quarter" idx="15" hasCustomPrompt="1"/>
          </p:nvPr>
        </p:nvSpPr>
        <p:spPr>
          <a:xfrm>
            <a:off x="2107407" y="10158750"/>
            <a:ext cx="8693943" cy="770465"/>
          </a:xfrm>
          <a:prstGeom prst="rect">
            <a:avLst/>
          </a:prstGeom>
        </p:spPr>
        <p:txBody>
          <a:bodyPr lIns="121920" tIns="60960" rIns="121920" bIns="60960"/>
          <a:lstStyle>
            <a:lvl1pPr marL="0" indent="0">
              <a:buNone/>
              <a:defRPr sz="6400">
                <a:solidFill>
                  <a:schemeClr val="tx2"/>
                </a:solidFill>
                <a:latin typeface="+mj-lt"/>
              </a:defRPr>
            </a:lvl1pPr>
            <a:lvl2pPr marL="1097280" indent="0">
              <a:buNone/>
              <a:defRPr sz="4000">
                <a:solidFill>
                  <a:schemeClr val="tx2"/>
                </a:solidFill>
                <a:latin typeface="+mj-lt"/>
              </a:defRPr>
            </a:lvl2pPr>
            <a:lvl3pPr marL="2194560" indent="0">
              <a:buNone/>
              <a:defRPr sz="4000">
                <a:solidFill>
                  <a:schemeClr val="tx2"/>
                </a:solidFill>
                <a:latin typeface="+mj-lt"/>
              </a:defRPr>
            </a:lvl3pPr>
            <a:lvl4pPr marL="3291840" indent="0">
              <a:buNone/>
              <a:defRPr sz="4000">
                <a:solidFill>
                  <a:schemeClr val="tx2"/>
                </a:solidFill>
                <a:latin typeface="+mj-lt"/>
              </a:defRPr>
            </a:lvl4pPr>
            <a:lvl5pPr marL="4389120" indent="0">
              <a:buNone/>
              <a:defRPr sz="4000">
                <a:solidFill>
                  <a:schemeClr val="tx2"/>
                </a:solidFill>
                <a:latin typeface="+mj-lt"/>
              </a:defRPr>
            </a:lvl5pPr>
          </a:lstStyle>
          <a:p>
            <a:pPr lvl="0"/>
            <a:r>
              <a:rPr lang="en-US" dirty="0"/>
              <a:t>SECTION HEADER</a:t>
            </a:r>
          </a:p>
        </p:txBody>
      </p:sp>
      <p:sp>
        <p:nvSpPr>
          <p:cNvPr id="2" name="Text Placeholder 3">
            <a:extLst>
              <a:ext uri="{FF2B5EF4-FFF2-40B4-BE49-F238E27FC236}">
                <a16:creationId xmlns:a16="http://schemas.microsoft.com/office/drawing/2014/main" id="{ADBAB74E-5E42-7923-CC94-0F34EC909992}"/>
              </a:ext>
            </a:extLst>
          </p:cNvPr>
          <p:cNvSpPr>
            <a:spLocks noGrp="1"/>
          </p:cNvSpPr>
          <p:nvPr>
            <p:ph type="body" sz="quarter" idx="45" hasCustomPrompt="1"/>
          </p:nvPr>
        </p:nvSpPr>
        <p:spPr>
          <a:xfrm>
            <a:off x="2107407" y="11723319"/>
            <a:ext cx="8693943" cy="2207445"/>
          </a:xfrm>
        </p:spPr>
        <p:txBody>
          <a:bodyPr lIns="121920" tIns="60960" rIns="121920" bIns="60960">
            <a:noAutofit/>
          </a:bodyPr>
          <a:lstStyle>
            <a:lvl1pPr marL="0" indent="0">
              <a:buNone/>
              <a:defRPr sz="3520">
                <a:solidFill>
                  <a:schemeClr val="tx2"/>
                </a:solidFill>
                <a:latin typeface="Uni Sans Book" panose="00000500000000000000" pitchFamily="50" charset="0"/>
              </a:defRPr>
            </a:lvl1pPr>
            <a:lvl2pPr>
              <a:defRPr sz="3300">
                <a:solidFill>
                  <a:schemeClr val="tx2"/>
                </a:solidFill>
                <a:latin typeface="Uni Sans Regular" panose="00000500000000000000" pitchFamily="50" charset="0"/>
              </a:defRPr>
            </a:lvl2pPr>
            <a:lvl3pPr>
              <a:defRPr sz="3300">
                <a:solidFill>
                  <a:schemeClr val="tx2"/>
                </a:solidFill>
                <a:latin typeface="Uni Sans Regular" panose="00000500000000000000" pitchFamily="50" charset="0"/>
              </a:defRPr>
            </a:lvl3pPr>
            <a:lvl4pPr>
              <a:defRPr sz="3300">
                <a:solidFill>
                  <a:schemeClr val="tx2"/>
                </a:solidFill>
                <a:latin typeface="Uni Sans Regular" panose="00000500000000000000" pitchFamily="50" charset="0"/>
              </a:defRPr>
            </a:lvl4pPr>
            <a:lvl5pPr>
              <a:defRPr sz="3300">
                <a:solidFill>
                  <a:schemeClr val="tx2"/>
                </a:solidFill>
                <a:latin typeface="Uni Sans Regular" panose="00000500000000000000" pitchFamily="50" charset="0"/>
              </a:defRPr>
            </a:lvl5pPr>
          </a:lstStyle>
          <a:p>
            <a:pPr lvl="0"/>
            <a:r>
              <a:rPr lang="en-US" dirty="0"/>
              <a:t>SUBHEAD INTRO SIT AMET, CONSECTETUR ADIPISCING. DUIS VEL MASSA EU IPSUM TINCIDUNT CONGUE SIT AMET AC ORCI. DONEC VULPUTATE CONDIMENTUM EGESTAS. </a:t>
            </a:r>
          </a:p>
        </p:txBody>
      </p:sp>
      <p:sp>
        <p:nvSpPr>
          <p:cNvPr id="3" name="Text Placeholder 3">
            <a:extLst>
              <a:ext uri="{FF2B5EF4-FFF2-40B4-BE49-F238E27FC236}">
                <a16:creationId xmlns:a16="http://schemas.microsoft.com/office/drawing/2014/main" id="{0F7007CD-9973-B2FC-A5CB-B8CE9574C6FC}"/>
              </a:ext>
            </a:extLst>
          </p:cNvPr>
          <p:cNvSpPr>
            <a:spLocks noGrp="1"/>
          </p:cNvSpPr>
          <p:nvPr>
            <p:ph type="body" sz="quarter" idx="46" hasCustomPrompt="1"/>
          </p:nvPr>
        </p:nvSpPr>
        <p:spPr>
          <a:xfrm>
            <a:off x="2107408" y="13902252"/>
            <a:ext cx="8693941" cy="6062148"/>
          </a:xfrm>
        </p:spPr>
        <p:txBody>
          <a:bodyPr lIns="121920" tIns="60960" rIns="121920" bIns="60960">
            <a:noAutofit/>
          </a:bodyPr>
          <a:lstStyle>
            <a:lvl1pPr marL="0" indent="0">
              <a:buNone/>
              <a:defRPr sz="2880">
                <a:solidFill>
                  <a:schemeClr val="tx1"/>
                </a:solidFill>
                <a:latin typeface="+mn-lt"/>
              </a:defRPr>
            </a:lvl1pPr>
            <a:lvl2pPr>
              <a:defRPr sz="3300">
                <a:solidFill>
                  <a:schemeClr val="tx2"/>
                </a:solidFill>
                <a:latin typeface="Uni Sans Regular" panose="00000500000000000000" pitchFamily="50" charset="0"/>
              </a:defRPr>
            </a:lvl2pPr>
            <a:lvl3pPr>
              <a:defRPr sz="3300">
                <a:solidFill>
                  <a:schemeClr val="tx2"/>
                </a:solidFill>
                <a:latin typeface="Uni Sans Regular" panose="00000500000000000000" pitchFamily="50" charset="0"/>
              </a:defRPr>
            </a:lvl3pPr>
            <a:lvl4pPr>
              <a:defRPr sz="3300">
                <a:solidFill>
                  <a:schemeClr val="tx2"/>
                </a:solidFill>
                <a:latin typeface="Uni Sans Regular" panose="00000500000000000000" pitchFamily="50" charset="0"/>
              </a:defRPr>
            </a:lvl4pPr>
            <a:lvl5pPr>
              <a:defRPr sz="3300">
                <a:solidFill>
                  <a:schemeClr val="tx2"/>
                </a:solidFill>
                <a:latin typeface="Uni Sans Regular" panose="00000500000000000000" pitchFamily="50"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 </a:t>
            </a:r>
            <a:r>
              <a:rPr lang="en-US" dirty="0" err="1"/>
              <a:t>amet</a:t>
            </a:r>
            <a:r>
              <a:rPr lang="en-US" dirty="0"/>
              <a:t> ac </a:t>
            </a:r>
            <a:r>
              <a:rPr lang="en-US" dirty="0" err="1"/>
              <a:t>orci</a:t>
            </a:r>
            <a:r>
              <a:rPr lang="en-US" dirty="0"/>
              <a:t>. Donec </a:t>
            </a:r>
            <a:r>
              <a:rPr lang="en-US" dirty="0" err="1"/>
              <a:t>vulputate</a:t>
            </a:r>
            <a:r>
              <a:rPr lang="en-US" dirty="0"/>
              <a:t> </a:t>
            </a:r>
            <a:r>
              <a:rPr lang="en-US" dirty="0" err="1"/>
              <a:t>condimentum</a:t>
            </a:r>
            <a:r>
              <a:rPr lang="en-US" dirty="0"/>
              <a:t> </a:t>
            </a:r>
            <a:r>
              <a:rPr lang="en-US" dirty="0" err="1"/>
              <a:t>egestas</a:t>
            </a:r>
            <a:r>
              <a:rPr lang="en-US" dirty="0"/>
              <a:t>. Vestibulum ante ipsum </a:t>
            </a:r>
            <a:r>
              <a:rPr lang="en-US" dirty="0" err="1"/>
              <a:t>primis</a:t>
            </a:r>
            <a:r>
              <a:rPr lang="en-US" dirty="0"/>
              <a:t> in </a:t>
            </a:r>
            <a:r>
              <a:rPr lang="en-US" dirty="0" err="1"/>
              <a:t>faucibus</a:t>
            </a:r>
            <a:r>
              <a:rPr lang="en-US" dirty="0"/>
              <a:t> </a:t>
            </a:r>
            <a:r>
              <a:rPr lang="en-US" dirty="0" err="1"/>
              <a:t>orci</a:t>
            </a:r>
            <a:r>
              <a:rPr lang="en-US" dirty="0"/>
              <a:t> </a:t>
            </a:r>
            <a:r>
              <a:rPr lang="en-US" dirty="0" err="1"/>
              <a:t>luctus</a:t>
            </a:r>
            <a:r>
              <a:rPr lang="en-US" dirty="0"/>
              <a:t> et </a:t>
            </a:r>
            <a:r>
              <a:rPr lang="en-US" dirty="0" err="1"/>
              <a:t>ultrices</a:t>
            </a:r>
            <a:r>
              <a:rPr lang="en-US" dirty="0"/>
              <a:t> </a:t>
            </a:r>
            <a:r>
              <a:rPr lang="en-US" dirty="0" err="1"/>
              <a:t>posuere</a:t>
            </a:r>
            <a:r>
              <a:rPr lang="en-US" dirty="0"/>
              <a:t> </a:t>
            </a:r>
            <a:r>
              <a:rPr lang="en-US" dirty="0" err="1"/>
              <a:t>cubilia</a:t>
            </a:r>
            <a:r>
              <a:rPr lang="en-US" dirty="0"/>
              <a:t> Curae; </a:t>
            </a:r>
            <a:r>
              <a:rPr lang="en-US" dirty="0" err="1"/>
              <a:t>Nulla</a:t>
            </a:r>
            <a:r>
              <a:rPr lang="en-US" dirty="0"/>
              <a:t> </a:t>
            </a:r>
            <a:r>
              <a:rPr lang="en-US" dirty="0" err="1"/>
              <a:t>risus</a:t>
            </a:r>
            <a:r>
              <a:rPr lang="en-US" dirty="0"/>
              <a:t> </a:t>
            </a:r>
            <a:r>
              <a:rPr lang="en-US" dirty="0" err="1"/>
              <a:t>elit</a:t>
            </a:r>
            <a:r>
              <a:rPr lang="en-US" dirty="0"/>
              <a:t>, </a:t>
            </a:r>
            <a:r>
              <a:rPr lang="en-US" dirty="0" err="1"/>
              <a:t>ullamcorper</a:t>
            </a:r>
            <a:r>
              <a:rPr lang="en-US" dirty="0"/>
              <a:t> sit </a:t>
            </a:r>
            <a:r>
              <a:rPr lang="en-US" dirty="0" err="1"/>
              <a:t>amet</a:t>
            </a:r>
            <a:r>
              <a:rPr lang="en-US" dirty="0"/>
              <a:t> </a:t>
            </a:r>
            <a:r>
              <a:rPr lang="en-US" dirty="0" err="1"/>
              <a:t>arcu</a:t>
            </a:r>
            <a:r>
              <a:rPr lang="en-US" dirty="0"/>
              <a:t> vel, </a:t>
            </a:r>
            <a:r>
              <a:rPr lang="en-US" dirty="0" err="1"/>
              <a:t>tristique</a:t>
            </a:r>
            <a:r>
              <a:rPr lang="en-US" dirty="0"/>
              <a:t> </a:t>
            </a:r>
            <a:r>
              <a:rPr lang="en-US" dirty="0" err="1"/>
              <a:t>suscipit</a:t>
            </a:r>
            <a:r>
              <a:rPr lang="en-US" dirty="0"/>
              <a:t> </a:t>
            </a:r>
            <a:r>
              <a:rPr lang="en-US" dirty="0" err="1"/>
              <a:t>urna</a:t>
            </a:r>
            <a:r>
              <a:rPr lang="en-US" dirty="0"/>
              <a:t>. </a:t>
            </a:r>
            <a:r>
              <a:rPr lang="en-US" dirty="0" err="1"/>
              <a:t>Mauris</a:t>
            </a:r>
            <a:r>
              <a:rPr lang="en-US" dirty="0"/>
              <a:t> sit </a:t>
            </a:r>
            <a:r>
              <a:rPr lang="en-US" dirty="0" err="1"/>
              <a:t>amet</a:t>
            </a:r>
            <a:r>
              <a:rPr lang="en-US" dirty="0"/>
              <a:t> </a:t>
            </a:r>
            <a:r>
              <a:rPr lang="en-US" dirty="0" err="1"/>
              <a:t>arcu</a:t>
            </a:r>
            <a:r>
              <a:rPr lang="en-US" dirty="0"/>
              <a:t> nisi. Duis </a:t>
            </a:r>
            <a:r>
              <a:rPr lang="en-US" dirty="0" err="1"/>
              <a:t>lectus</a:t>
            </a:r>
            <a:r>
              <a:rPr lang="en-US" dirty="0"/>
              <a:t> </a:t>
            </a:r>
            <a:r>
              <a:rPr lang="en-US" dirty="0" err="1"/>
              <a:t>augue</a:t>
            </a:r>
            <a:r>
              <a:rPr lang="en-US" dirty="0"/>
              <a:t>, </a:t>
            </a:r>
            <a:r>
              <a:rPr lang="en-US" dirty="0" err="1"/>
              <a:t>molestie</a:t>
            </a:r>
            <a:r>
              <a:rPr lang="en-US" dirty="0"/>
              <a:t> id dictum sit </a:t>
            </a:r>
            <a:r>
              <a:rPr lang="en-US" dirty="0" err="1"/>
              <a:t>amet</a:t>
            </a:r>
            <a:r>
              <a:rPr lang="en-US" dirty="0"/>
              <a:t>, convallis </a:t>
            </a:r>
            <a:r>
              <a:rPr lang="en-US" dirty="0" err="1"/>
              <a:t>eget</a:t>
            </a:r>
            <a:r>
              <a:rPr lang="en-US" dirty="0"/>
              <a:t> est. Sed </a:t>
            </a:r>
            <a:r>
              <a:rPr lang="en-US" dirty="0" err="1"/>
              <a:t>ullamcorper</a:t>
            </a:r>
            <a:r>
              <a:rPr lang="en-US" dirty="0"/>
              <a:t> </a:t>
            </a:r>
            <a:r>
              <a:rPr lang="en-US" dirty="0" err="1"/>
              <a:t>suscipit</a:t>
            </a:r>
            <a:r>
              <a:rPr lang="en-US" dirty="0"/>
              <a:t> </a:t>
            </a:r>
            <a:r>
              <a:rPr lang="en-US" dirty="0" err="1"/>
              <a:t>elementum</a:t>
            </a:r>
            <a:r>
              <a:rPr lang="en-US" dirty="0"/>
              <a:t>. </a:t>
            </a:r>
            <a:r>
              <a:rPr lang="en-US" dirty="0" err="1"/>
              <a:t>Nullam</a:t>
            </a:r>
            <a:r>
              <a:rPr lang="en-US" dirty="0"/>
              <a:t> </a:t>
            </a:r>
            <a:r>
              <a:rPr lang="en-US" dirty="0" err="1"/>
              <a:t>scelerisque</a:t>
            </a:r>
            <a:r>
              <a:rPr lang="en-US" dirty="0"/>
              <a:t> </a:t>
            </a:r>
            <a:r>
              <a:rPr lang="en-US" dirty="0" err="1"/>
              <a:t>euismod</a:t>
            </a:r>
            <a:r>
              <a:rPr lang="en-US" dirty="0"/>
              <a:t> </a:t>
            </a:r>
            <a:r>
              <a:rPr lang="en-US" dirty="0" err="1"/>
              <a:t>nulla</a:t>
            </a:r>
            <a:r>
              <a:rPr lang="en-US" dirty="0"/>
              <a:t>, sit </a:t>
            </a:r>
            <a:r>
              <a:rPr lang="en-US" dirty="0" err="1"/>
              <a:t>amet</a:t>
            </a:r>
            <a:r>
              <a:rPr lang="en-US" dirty="0"/>
              <a:t> </a:t>
            </a:r>
            <a:r>
              <a:rPr lang="en-US" dirty="0" err="1"/>
              <a:t>fringilla</a:t>
            </a:r>
            <a:r>
              <a:rPr lang="en-US" dirty="0"/>
              <a:t> </a:t>
            </a:r>
            <a:r>
              <a:rPr lang="en-US" dirty="0" err="1"/>
              <a:t>tellus</a:t>
            </a:r>
            <a:r>
              <a:rPr lang="en-US" dirty="0"/>
              <a:t>. Nam </a:t>
            </a:r>
            <a:r>
              <a:rPr lang="en-US" dirty="0" err="1"/>
              <a:t>quis</a:t>
            </a:r>
            <a:r>
              <a:rPr lang="en-US" dirty="0"/>
              <a:t> </a:t>
            </a:r>
            <a:r>
              <a:rPr lang="en-US" dirty="0" err="1"/>
              <a:t>lacus</a:t>
            </a:r>
            <a:r>
              <a:rPr lang="en-US" dirty="0"/>
              <a:t> </a:t>
            </a:r>
            <a:r>
              <a:rPr lang="en-US" dirty="0" err="1"/>
              <a:t>nec</a:t>
            </a:r>
            <a:r>
              <a:rPr lang="en-US" dirty="0"/>
              <a:t> </a:t>
            </a:r>
            <a:r>
              <a:rPr lang="en-US" dirty="0" err="1"/>
              <a:t>odio</a:t>
            </a:r>
            <a:r>
              <a:rPr lang="en-US" dirty="0"/>
              <a:t> </a:t>
            </a:r>
            <a:r>
              <a:rPr lang="en-US" dirty="0" err="1"/>
              <a:t>aliquam</a:t>
            </a:r>
            <a:r>
              <a:rPr lang="en-US" dirty="0"/>
              <a:t> </a:t>
            </a:r>
            <a:r>
              <a:rPr lang="en-US" dirty="0" err="1"/>
              <a:t>blandit</a:t>
            </a:r>
            <a:r>
              <a:rPr lang="en-US" dirty="0"/>
              <a:t> </a:t>
            </a:r>
            <a:r>
              <a:rPr lang="en-US" dirty="0" err="1"/>
              <a:t>nec</a:t>
            </a:r>
            <a:r>
              <a:rPr lang="en-US" dirty="0"/>
              <a:t> ac </a:t>
            </a:r>
            <a:r>
              <a:rPr lang="en-US" dirty="0" err="1"/>
              <a:t>neque</a:t>
            </a:r>
            <a:r>
              <a:rPr lang="en-US" dirty="0"/>
              <a:t>. </a:t>
            </a:r>
            <a:r>
              <a:rPr lang="en-US" dirty="0" err="1"/>
              <a:t>Nulla</a:t>
            </a:r>
            <a:r>
              <a:rPr lang="en-US" dirty="0"/>
              <a:t> </a:t>
            </a:r>
            <a:r>
              <a:rPr lang="en-US" dirty="0" err="1"/>
              <a:t>molestie</a:t>
            </a:r>
            <a:r>
              <a:rPr lang="en-US" dirty="0"/>
              <a:t>, </a:t>
            </a:r>
            <a:r>
              <a:rPr lang="en-US" dirty="0" err="1"/>
              <a:t>augue</a:t>
            </a:r>
            <a:r>
              <a:rPr lang="en-US" dirty="0"/>
              <a:t> </a:t>
            </a:r>
            <a:r>
              <a:rPr lang="en-US" dirty="0" err="1"/>
              <a:t>ut</a:t>
            </a:r>
            <a:r>
              <a:rPr lang="en-US" dirty="0"/>
              <a:t> </a:t>
            </a:r>
            <a:r>
              <a:rPr lang="en-US" dirty="0" err="1"/>
              <a:t>ornare</a:t>
            </a:r>
            <a:r>
              <a:rPr lang="en-US" dirty="0"/>
              <a:t> lacinia, lorem </a:t>
            </a:r>
            <a:r>
              <a:rPr lang="en-US" dirty="0" err="1"/>
              <a:t>felis</a:t>
            </a:r>
            <a:r>
              <a:rPr lang="en-US" dirty="0"/>
              <a:t> </a:t>
            </a:r>
            <a:r>
              <a:rPr lang="en-US" dirty="0" err="1"/>
              <a:t>viverra</a:t>
            </a:r>
            <a:r>
              <a:rPr lang="en-US" dirty="0"/>
              <a:t> dolor, vitae </a:t>
            </a:r>
            <a:r>
              <a:rPr lang="en-US" dirty="0" err="1"/>
              <a:t>posuere</a:t>
            </a:r>
            <a:r>
              <a:rPr lang="en-US" dirty="0"/>
              <a:t> </a:t>
            </a:r>
            <a:r>
              <a:rPr lang="en-US" dirty="0" err="1"/>
              <a:t>nulla</a:t>
            </a:r>
            <a:r>
              <a:rPr lang="en-US" dirty="0"/>
              <a:t> </a:t>
            </a:r>
            <a:r>
              <a:rPr lang="en-US" dirty="0" err="1"/>
              <a:t>sem</a:t>
            </a:r>
            <a:r>
              <a:rPr lang="en-US" dirty="0"/>
              <a:t> </a:t>
            </a:r>
            <a:r>
              <a:rPr lang="en-US" dirty="0" err="1"/>
              <a:t>quis</a:t>
            </a:r>
            <a:r>
              <a:rPr lang="en-US" dirty="0"/>
              <a:t> </a:t>
            </a:r>
            <a:r>
              <a:rPr lang="en-US" dirty="0" err="1"/>
              <a:t>lectus</a:t>
            </a:r>
            <a:r>
              <a:rPr lang="en-US" dirty="0"/>
              <a:t>. Ut </a:t>
            </a:r>
            <a:r>
              <a:rPr lang="en-US" dirty="0" err="1"/>
              <a:t>enim</a:t>
            </a:r>
            <a:r>
              <a:rPr lang="en-US" dirty="0"/>
              <a:t> </a:t>
            </a:r>
            <a:r>
              <a:rPr lang="en-US" dirty="0" err="1"/>
              <a:t>augue</a:t>
            </a:r>
            <a:r>
              <a:rPr lang="en-US" dirty="0"/>
              <a:t>, </a:t>
            </a:r>
            <a:r>
              <a:rPr lang="en-US" dirty="0" err="1"/>
              <a:t>pretium</a:t>
            </a:r>
            <a:r>
              <a:rPr lang="en-US" dirty="0"/>
              <a:t> et gravida sed, pulvinar et lorem. Sed </a:t>
            </a:r>
            <a:r>
              <a:rPr lang="en-US" dirty="0" err="1"/>
              <a:t>eleifend</a:t>
            </a:r>
            <a:r>
              <a:rPr lang="en-US" dirty="0"/>
              <a:t> eros </a:t>
            </a:r>
            <a:r>
              <a:rPr lang="en-US" dirty="0" err="1"/>
              <a:t>eu</a:t>
            </a:r>
            <a:r>
              <a:rPr lang="en-US" dirty="0"/>
              <a:t> </a:t>
            </a:r>
            <a:r>
              <a:rPr lang="en-US" dirty="0" err="1"/>
              <a:t>scelerisque</a:t>
            </a:r>
            <a:r>
              <a:rPr lang="en-US" dirty="0"/>
              <a:t> </a:t>
            </a:r>
            <a:r>
              <a:rPr lang="en-US" dirty="0" err="1"/>
              <a:t>consectetur</a:t>
            </a:r>
            <a:r>
              <a:rPr lang="en-US" dirty="0"/>
              <a:t>. </a:t>
            </a:r>
            <a:r>
              <a:rPr lang="en-US" dirty="0" err="1"/>
              <a:t>nulla</a:t>
            </a:r>
            <a:r>
              <a:rPr lang="en-US" dirty="0"/>
              <a:t> </a:t>
            </a:r>
            <a:r>
              <a:rPr lang="en-US" dirty="0" err="1"/>
              <a:t>sem</a:t>
            </a:r>
            <a:r>
              <a:rPr lang="en-US" dirty="0"/>
              <a:t> </a:t>
            </a:r>
            <a:r>
              <a:rPr lang="en-US" dirty="0" err="1"/>
              <a:t>quis</a:t>
            </a:r>
            <a:r>
              <a:rPr lang="en-US" dirty="0"/>
              <a:t> </a:t>
            </a:r>
            <a:r>
              <a:rPr lang="en-US" dirty="0" err="1"/>
              <a:t>lectus</a:t>
            </a:r>
            <a:r>
              <a:rPr lang="en-US" dirty="0"/>
              <a:t>. Ut </a:t>
            </a:r>
            <a:r>
              <a:rPr lang="en-US" dirty="0" err="1"/>
              <a:t>enim</a:t>
            </a:r>
            <a:r>
              <a:rPr lang="en-US" dirty="0"/>
              <a:t> </a:t>
            </a:r>
            <a:r>
              <a:rPr lang="en-US" dirty="0" err="1"/>
              <a:t>augue</a:t>
            </a:r>
            <a:r>
              <a:rPr lang="en-US" dirty="0"/>
              <a:t>, </a:t>
            </a:r>
            <a:r>
              <a:rPr lang="en-US" dirty="0" err="1"/>
              <a:t>pretium</a:t>
            </a:r>
            <a:r>
              <a:rPr lang="en-US" dirty="0"/>
              <a:t> et gravida sed, pulvinar et lorem. Sed </a:t>
            </a:r>
            <a:r>
              <a:rPr lang="en-US" dirty="0" err="1"/>
              <a:t>eleifend</a:t>
            </a:r>
            <a:r>
              <a:rPr lang="en-US" dirty="0"/>
              <a:t> eros </a:t>
            </a:r>
            <a:r>
              <a:rPr lang="en-US" dirty="0" err="1"/>
              <a:t>eu</a:t>
            </a:r>
            <a:r>
              <a:rPr lang="en-US" dirty="0"/>
              <a:t> </a:t>
            </a:r>
            <a:r>
              <a:rPr lang="en-US" dirty="0" err="1"/>
              <a:t>scelerisque</a:t>
            </a:r>
            <a:r>
              <a:rPr lang="en-US" dirty="0"/>
              <a:t> </a:t>
            </a:r>
            <a:r>
              <a:rPr lang="en-US" dirty="0" err="1"/>
              <a:t>consectetur</a:t>
            </a:r>
            <a:r>
              <a:rPr lang="en-US" dirty="0"/>
              <a:t>.</a:t>
            </a:r>
          </a:p>
        </p:txBody>
      </p:sp>
      <p:sp>
        <p:nvSpPr>
          <p:cNvPr id="24" name="Text Placeholder 38">
            <a:extLst>
              <a:ext uri="{FF2B5EF4-FFF2-40B4-BE49-F238E27FC236}">
                <a16:creationId xmlns:a16="http://schemas.microsoft.com/office/drawing/2014/main" id="{A98C435C-8908-B97A-76D4-D6DB29984D75}"/>
              </a:ext>
            </a:extLst>
          </p:cNvPr>
          <p:cNvSpPr>
            <a:spLocks noGrp="1"/>
          </p:cNvSpPr>
          <p:nvPr>
            <p:ph type="body" sz="quarter" idx="59" hasCustomPrompt="1"/>
          </p:nvPr>
        </p:nvSpPr>
        <p:spPr>
          <a:xfrm>
            <a:off x="2057402" y="20983992"/>
            <a:ext cx="8685526" cy="768349"/>
          </a:xfrm>
        </p:spPr>
        <p:txBody>
          <a:bodyPr lIns="121920" tIns="60960" rIns="121920" bIns="60960"/>
          <a:lstStyle>
            <a:lvl1pPr marL="0" indent="0" algn="ctr">
              <a:buNone/>
              <a:defRPr sz="4800">
                <a:solidFill>
                  <a:schemeClr val="tx2"/>
                </a:solidFill>
                <a:latin typeface="Uni Sans Book" panose="00000500000000000000" pitchFamily="50" charset="0"/>
              </a:defRPr>
            </a:lvl1pPr>
          </a:lstStyle>
          <a:p>
            <a:pPr lvl="0"/>
            <a:r>
              <a:rPr lang="en-US" dirty="0"/>
              <a:t>CHART TITLE</a:t>
            </a:r>
          </a:p>
        </p:txBody>
      </p:sp>
      <p:sp>
        <p:nvSpPr>
          <p:cNvPr id="29" name="Text Placeholder 54">
            <a:extLst>
              <a:ext uri="{FF2B5EF4-FFF2-40B4-BE49-F238E27FC236}">
                <a16:creationId xmlns:a16="http://schemas.microsoft.com/office/drawing/2014/main" id="{79FB6562-08B0-6BB9-C44F-C0F30B6BEA8F}"/>
              </a:ext>
            </a:extLst>
          </p:cNvPr>
          <p:cNvSpPr>
            <a:spLocks noGrp="1"/>
          </p:cNvSpPr>
          <p:nvPr>
            <p:ph type="body" sz="quarter" idx="63" hasCustomPrompt="1"/>
          </p:nvPr>
        </p:nvSpPr>
        <p:spPr>
          <a:xfrm rot="16200000">
            <a:off x="-979356" y="23882016"/>
            <a:ext cx="5882714" cy="472016"/>
          </a:xfrm>
        </p:spPr>
        <p:txBody>
          <a:bodyPr lIns="121920" tIns="60960" rIns="121920" bIns="60960">
            <a:noAutofit/>
          </a:bodyPr>
          <a:lstStyle>
            <a:lvl1pPr marL="0" indent="0" algn="ctr">
              <a:buNone/>
              <a:defRPr sz="2880">
                <a:solidFill>
                  <a:schemeClr val="tx2"/>
                </a:solidFill>
                <a:latin typeface="Uni Sans Book" panose="00000500000000000000" pitchFamily="50" charset="0"/>
              </a:defRPr>
            </a:lvl1pPr>
          </a:lstStyle>
          <a:p>
            <a:pPr lvl="0"/>
            <a:r>
              <a:rPr lang="en-US" dirty="0"/>
              <a:t>CHART AXIS LABEL</a:t>
            </a:r>
          </a:p>
        </p:txBody>
      </p:sp>
      <p:sp>
        <p:nvSpPr>
          <p:cNvPr id="28" name="Text Placeholder 54">
            <a:extLst>
              <a:ext uri="{FF2B5EF4-FFF2-40B4-BE49-F238E27FC236}">
                <a16:creationId xmlns:a16="http://schemas.microsoft.com/office/drawing/2014/main" id="{8C4CE3BA-1EE8-D262-6E5E-4652CE673C2D}"/>
              </a:ext>
            </a:extLst>
          </p:cNvPr>
          <p:cNvSpPr>
            <a:spLocks noGrp="1"/>
          </p:cNvSpPr>
          <p:nvPr>
            <p:ph type="body" sz="quarter" idx="62" hasCustomPrompt="1"/>
          </p:nvPr>
        </p:nvSpPr>
        <p:spPr>
          <a:xfrm>
            <a:off x="2057057" y="27028967"/>
            <a:ext cx="8757946" cy="472016"/>
          </a:xfrm>
        </p:spPr>
        <p:txBody>
          <a:bodyPr lIns="121920" tIns="60960" rIns="121920" bIns="60960">
            <a:noAutofit/>
          </a:bodyPr>
          <a:lstStyle>
            <a:lvl1pPr marL="0" indent="0" algn="ctr">
              <a:buNone/>
              <a:defRPr sz="2880">
                <a:solidFill>
                  <a:schemeClr val="tx2"/>
                </a:solidFill>
                <a:latin typeface="Uni Sans Book" panose="00000500000000000000" pitchFamily="50" charset="0"/>
              </a:defRPr>
            </a:lvl1pPr>
          </a:lstStyle>
          <a:p>
            <a:pPr lvl="0"/>
            <a:r>
              <a:rPr lang="en-US" dirty="0"/>
              <a:t>CHART AXIS LABEL</a:t>
            </a:r>
          </a:p>
        </p:txBody>
      </p:sp>
      <p:sp>
        <p:nvSpPr>
          <p:cNvPr id="27" name="Chart Placeholder 56">
            <a:extLst>
              <a:ext uri="{FF2B5EF4-FFF2-40B4-BE49-F238E27FC236}">
                <a16:creationId xmlns:a16="http://schemas.microsoft.com/office/drawing/2014/main" id="{BADB8C7C-0E23-3926-3D2C-758688F5DEA2}"/>
              </a:ext>
            </a:extLst>
          </p:cNvPr>
          <p:cNvSpPr>
            <a:spLocks noGrp="1"/>
          </p:cNvSpPr>
          <p:nvPr>
            <p:ph type="chart" sz="quarter" idx="41"/>
          </p:nvPr>
        </p:nvSpPr>
        <p:spPr>
          <a:xfrm>
            <a:off x="2588421" y="21800801"/>
            <a:ext cx="8226582" cy="5228167"/>
          </a:xfrm>
          <a:prstGeom prst="rect">
            <a:avLst/>
          </a:prstGeom>
          <a:solidFill>
            <a:schemeClr val="accent3">
              <a:lumMod val="95000"/>
            </a:schemeClr>
          </a:solidFill>
        </p:spPr>
        <p:txBody>
          <a:bodyPr/>
          <a:lstStyle>
            <a:lvl1pPr>
              <a:defRPr sz="4800"/>
            </a:lvl1pPr>
          </a:lstStyle>
          <a:p>
            <a:endParaRPr lang="en-US"/>
          </a:p>
        </p:txBody>
      </p:sp>
      <p:sp>
        <p:nvSpPr>
          <p:cNvPr id="7" name="Text Placeholder 25">
            <a:extLst>
              <a:ext uri="{FF2B5EF4-FFF2-40B4-BE49-F238E27FC236}">
                <a16:creationId xmlns:a16="http://schemas.microsoft.com/office/drawing/2014/main" id="{7D1E5C0D-2823-2439-0CE6-DBCBE0A4CAF6}"/>
              </a:ext>
            </a:extLst>
          </p:cNvPr>
          <p:cNvSpPr>
            <a:spLocks noGrp="1"/>
          </p:cNvSpPr>
          <p:nvPr>
            <p:ph type="body" sz="quarter" idx="49" hasCustomPrompt="1"/>
          </p:nvPr>
        </p:nvSpPr>
        <p:spPr>
          <a:xfrm>
            <a:off x="2057402" y="28189765"/>
            <a:ext cx="8743950" cy="770465"/>
          </a:xfrm>
          <a:prstGeom prst="rect">
            <a:avLst/>
          </a:prstGeom>
        </p:spPr>
        <p:txBody>
          <a:bodyPr lIns="121920" tIns="60960" rIns="121920" bIns="60960"/>
          <a:lstStyle>
            <a:lvl1pPr marL="0" indent="0">
              <a:buNone/>
              <a:defRPr sz="6400">
                <a:solidFill>
                  <a:schemeClr val="tx2"/>
                </a:solidFill>
                <a:latin typeface="+mj-lt"/>
              </a:defRPr>
            </a:lvl1pPr>
            <a:lvl2pPr marL="1097280" indent="0">
              <a:buNone/>
              <a:defRPr sz="4000">
                <a:solidFill>
                  <a:schemeClr val="tx2"/>
                </a:solidFill>
                <a:latin typeface="+mj-lt"/>
              </a:defRPr>
            </a:lvl2pPr>
            <a:lvl3pPr marL="2194560" indent="0">
              <a:buNone/>
              <a:defRPr sz="4000">
                <a:solidFill>
                  <a:schemeClr val="tx2"/>
                </a:solidFill>
                <a:latin typeface="+mj-lt"/>
              </a:defRPr>
            </a:lvl3pPr>
            <a:lvl4pPr marL="3291840" indent="0">
              <a:buNone/>
              <a:defRPr sz="4000">
                <a:solidFill>
                  <a:schemeClr val="tx2"/>
                </a:solidFill>
                <a:latin typeface="+mj-lt"/>
              </a:defRPr>
            </a:lvl4pPr>
            <a:lvl5pPr marL="4389120" indent="0">
              <a:buNone/>
              <a:defRPr sz="4000">
                <a:solidFill>
                  <a:schemeClr val="tx2"/>
                </a:solidFill>
                <a:latin typeface="+mj-lt"/>
              </a:defRPr>
            </a:lvl5pPr>
          </a:lstStyle>
          <a:p>
            <a:pPr lvl="0"/>
            <a:r>
              <a:rPr lang="en-US" dirty="0"/>
              <a:t>SECTION HEADER</a:t>
            </a:r>
          </a:p>
        </p:txBody>
      </p:sp>
      <p:sp>
        <p:nvSpPr>
          <p:cNvPr id="20" name="Text Placeholder 17">
            <a:extLst>
              <a:ext uri="{FF2B5EF4-FFF2-40B4-BE49-F238E27FC236}">
                <a16:creationId xmlns:a16="http://schemas.microsoft.com/office/drawing/2014/main" id="{9A0924CD-9C6B-E18B-588B-3230C7F50CF8}"/>
              </a:ext>
            </a:extLst>
          </p:cNvPr>
          <p:cNvSpPr>
            <a:spLocks noGrp="1"/>
          </p:cNvSpPr>
          <p:nvPr>
            <p:ph type="body" sz="quarter" idx="55" hasCustomPrompt="1"/>
          </p:nvPr>
        </p:nvSpPr>
        <p:spPr>
          <a:xfrm>
            <a:off x="2071048" y="29674415"/>
            <a:ext cx="8743950" cy="1261533"/>
          </a:xfrm>
        </p:spPr>
        <p:txBody>
          <a:bodyPr lIns="121920" tIns="60960" rIns="121920" bIns="60960">
            <a:noAutofit/>
          </a:bodyPr>
          <a:lstStyle>
            <a:lvl1pPr marL="0" indent="0">
              <a:buNone/>
              <a:defRPr sz="2880"/>
            </a:lvl1pPr>
            <a:lvl2pP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 </a:t>
            </a:r>
            <a:r>
              <a:rPr lang="en-US" dirty="0" err="1"/>
              <a:t>amet</a:t>
            </a:r>
            <a:r>
              <a:rPr lang="en-US" dirty="0"/>
              <a:t> ac </a:t>
            </a:r>
            <a:r>
              <a:rPr lang="en-US" dirty="0" err="1"/>
              <a:t>orci</a:t>
            </a:r>
            <a:r>
              <a:rPr lang="en-US" dirty="0"/>
              <a:t>. Donec</a:t>
            </a:r>
          </a:p>
        </p:txBody>
      </p:sp>
      <p:sp>
        <p:nvSpPr>
          <p:cNvPr id="21" name="Text Placeholder 17">
            <a:extLst>
              <a:ext uri="{FF2B5EF4-FFF2-40B4-BE49-F238E27FC236}">
                <a16:creationId xmlns:a16="http://schemas.microsoft.com/office/drawing/2014/main" id="{032E876E-E757-F00B-D4CF-CB152F48FEEE}"/>
              </a:ext>
            </a:extLst>
          </p:cNvPr>
          <p:cNvSpPr>
            <a:spLocks noGrp="1"/>
          </p:cNvSpPr>
          <p:nvPr>
            <p:ph type="body" sz="quarter" idx="56" hasCustomPrompt="1"/>
          </p:nvPr>
        </p:nvSpPr>
        <p:spPr>
          <a:xfrm>
            <a:off x="2071051" y="31198967"/>
            <a:ext cx="8714737" cy="3567016"/>
          </a:xfrm>
        </p:spPr>
        <p:txBody>
          <a:bodyPr lIns="121920" tIns="60960" rIns="121920" bIns="60960">
            <a:noAutofit/>
          </a:bodyPr>
          <a:lstStyle>
            <a:lvl1pPr marL="285750" indent="-285750">
              <a:buFont typeface="Arial" panose="020B0604020202020204" pitchFamily="34" charset="0"/>
              <a:buChar char="•"/>
              <a:defRPr sz="2880"/>
            </a:lvl1pPr>
            <a:lvl2pP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 </a:t>
            </a:r>
            <a:r>
              <a:rPr lang="en-US" dirty="0" err="1"/>
              <a:t>amet</a:t>
            </a:r>
            <a:r>
              <a:rPr lang="en-US" dirty="0"/>
              <a:t> ac </a:t>
            </a:r>
            <a:r>
              <a:rPr lang="en-US" dirty="0" err="1"/>
              <a:t>orci</a:t>
            </a:r>
            <a:r>
              <a:rPr lang="en-US" dirty="0"/>
              <a:t>. Donec</a:t>
            </a:r>
          </a:p>
        </p:txBody>
      </p:sp>
      <p:sp>
        <p:nvSpPr>
          <p:cNvPr id="43" name="Picture Placeholder 18">
            <a:extLst>
              <a:ext uri="{FF2B5EF4-FFF2-40B4-BE49-F238E27FC236}">
                <a16:creationId xmlns:a16="http://schemas.microsoft.com/office/drawing/2014/main" id="{A759DEA8-363A-5788-13D6-BAA6DEF4EDAA}"/>
              </a:ext>
            </a:extLst>
          </p:cNvPr>
          <p:cNvSpPr>
            <a:spLocks noGrp="1"/>
          </p:cNvSpPr>
          <p:nvPr>
            <p:ph type="pic" sz="quarter" idx="26" hasCustomPrompt="1"/>
          </p:nvPr>
        </p:nvSpPr>
        <p:spPr>
          <a:xfrm>
            <a:off x="2057400" y="35630334"/>
            <a:ext cx="8714739" cy="5746265"/>
          </a:xfrm>
          <a:prstGeom prst="rect">
            <a:avLst/>
          </a:prstGeom>
          <a:solidFill>
            <a:schemeClr val="accent3">
              <a:lumMod val="95000"/>
            </a:schemeClr>
          </a:solidFill>
        </p:spPr>
        <p:txBody>
          <a:bodyPr lIns="121920" tIns="60960" rIns="121920" bIns="60960"/>
          <a:lstStyle>
            <a:lvl1pPr>
              <a:defRPr sz="5120"/>
            </a:lvl1pPr>
          </a:lstStyle>
          <a:p>
            <a:pPr marL="548640" marR="0" lvl="0" indent="-548640" algn="l" defTabSz="2194560" rtl="0" eaLnBrk="1" fontAlgn="auto" latinLnBrk="0" hangingPunct="1">
              <a:lnSpc>
                <a:spcPct val="90000"/>
              </a:lnSpc>
              <a:spcBef>
                <a:spcPts val="2400"/>
              </a:spcBef>
              <a:spcAft>
                <a:spcPts val="0"/>
              </a:spcAft>
              <a:buClrTx/>
              <a:buSzTx/>
              <a:buFont typeface="Arial" panose="020B0604020202020204" pitchFamily="34" charset="0"/>
              <a:buChar char="•"/>
              <a:tabLst/>
              <a:defRPr/>
            </a:pPr>
            <a:r>
              <a:rPr lang="en-US" dirty="0"/>
              <a:t>Place image here and add alt text under Review &gt; Check Accessibility &gt; Alt Text</a:t>
            </a:r>
          </a:p>
          <a:p>
            <a:endParaRPr lang="en-US" dirty="0"/>
          </a:p>
        </p:txBody>
      </p:sp>
      <p:sp>
        <p:nvSpPr>
          <p:cNvPr id="44" name="Text Placeholder 15">
            <a:extLst>
              <a:ext uri="{FF2B5EF4-FFF2-40B4-BE49-F238E27FC236}">
                <a16:creationId xmlns:a16="http://schemas.microsoft.com/office/drawing/2014/main" id="{7595F79E-4155-D64E-A866-A2B0CF0264C1}"/>
              </a:ext>
            </a:extLst>
          </p:cNvPr>
          <p:cNvSpPr>
            <a:spLocks noGrp="1"/>
          </p:cNvSpPr>
          <p:nvPr>
            <p:ph type="body" sz="quarter" idx="73" hasCustomPrompt="1"/>
          </p:nvPr>
        </p:nvSpPr>
        <p:spPr>
          <a:xfrm>
            <a:off x="2057402" y="41534497"/>
            <a:ext cx="8743948" cy="599016"/>
          </a:xfrm>
        </p:spPr>
        <p:txBody>
          <a:bodyPr lIns="121920" tIns="60960" rIns="121920" bIns="60960">
            <a:noAutofit/>
          </a:bodyPr>
          <a:lstStyle>
            <a:lvl1pPr marL="0" indent="0">
              <a:buNone/>
              <a:defRPr sz="1920"/>
            </a:lvl1pPr>
            <a:lvl2pPr>
              <a:defRPr sz="1200"/>
            </a:lvl2pPr>
            <a:lvl3pPr>
              <a:defRPr sz="1200"/>
            </a:lvl3pPr>
            <a:lvl4pPr>
              <a:defRPr sz="1200"/>
            </a:lvl4pPr>
            <a:lvl5pPr>
              <a:defRPr sz="1200"/>
            </a:lvl5pPr>
          </a:lstStyle>
          <a:p>
            <a:pPr lvl="0"/>
            <a:r>
              <a:rPr lang="en-US" dirty="0"/>
              <a:t>Photo caption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a:t>
            </a:r>
          </a:p>
        </p:txBody>
      </p:sp>
      <p:sp>
        <p:nvSpPr>
          <p:cNvPr id="47" name="Text Placeholder 16">
            <a:extLst>
              <a:ext uri="{FF2B5EF4-FFF2-40B4-BE49-F238E27FC236}">
                <a16:creationId xmlns:a16="http://schemas.microsoft.com/office/drawing/2014/main" id="{72DCC1DA-F0D7-6242-4551-C5086F5BEF58}"/>
              </a:ext>
            </a:extLst>
          </p:cNvPr>
          <p:cNvSpPr>
            <a:spLocks noGrp="1"/>
          </p:cNvSpPr>
          <p:nvPr>
            <p:ph type="body" sz="quarter" idx="76" hasCustomPrompt="1"/>
          </p:nvPr>
        </p:nvSpPr>
        <p:spPr>
          <a:xfrm>
            <a:off x="12001500" y="9926353"/>
            <a:ext cx="8915400" cy="1684215"/>
          </a:xfrm>
          <a:solidFill>
            <a:schemeClr val="tx2"/>
          </a:solidFill>
        </p:spPr>
        <p:txBody>
          <a:bodyPr lIns="731520" tIns="60960" rIns="731520" bIns="60960" anchor="b" anchorCtr="0">
            <a:normAutofit/>
          </a:bodyPr>
          <a:lstStyle>
            <a:lvl1pPr marL="0" indent="0">
              <a:buNone/>
              <a:defRPr sz="4480">
                <a:solidFill>
                  <a:schemeClr val="bg1"/>
                </a:solidFill>
                <a:latin typeface="+mj-lt"/>
              </a:defRPr>
            </a:lvl1pPr>
          </a:lstStyle>
          <a:p>
            <a:pPr lvl="0"/>
            <a:r>
              <a:rPr lang="en-US" dirty="0"/>
              <a:t>BOX HEADER FOR YOUR QUICK FACTS</a:t>
            </a:r>
          </a:p>
        </p:txBody>
      </p:sp>
      <p:sp>
        <p:nvSpPr>
          <p:cNvPr id="48" name="Text Placeholder 23">
            <a:extLst>
              <a:ext uri="{FF2B5EF4-FFF2-40B4-BE49-F238E27FC236}">
                <a16:creationId xmlns:a16="http://schemas.microsoft.com/office/drawing/2014/main" id="{A8065ACB-5149-0060-A91F-9F0DB375A9E4}"/>
              </a:ext>
            </a:extLst>
          </p:cNvPr>
          <p:cNvSpPr>
            <a:spLocks noGrp="1"/>
          </p:cNvSpPr>
          <p:nvPr>
            <p:ph type="body" sz="quarter" idx="77" hasCustomPrompt="1"/>
          </p:nvPr>
        </p:nvSpPr>
        <p:spPr>
          <a:xfrm>
            <a:off x="12023482" y="11610568"/>
            <a:ext cx="8893418" cy="9181833"/>
          </a:xfrm>
          <a:solidFill>
            <a:schemeClr val="tx2"/>
          </a:solidFill>
        </p:spPr>
        <p:txBody>
          <a:bodyPr lIns="731520" tIns="243840" rIns="731520" bIns="60960">
            <a:normAutofit/>
          </a:bodyPr>
          <a:lstStyle>
            <a:lvl1pPr>
              <a:defRPr sz="2880">
                <a:solidFill>
                  <a:schemeClr val="bg2"/>
                </a:solidFill>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 </a:t>
            </a:r>
            <a:r>
              <a:rPr lang="en-US" dirty="0" err="1"/>
              <a:t>amet</a:t>
            </a:r>
            <a:r>
              <a:rPr lang="en-US" dirty="0"/>
              <a:t> ac </a:t>
            </a:r>
            <a:r>
              <a:rPr lang="en-US" dirty="0" err="1"/>
              <a:t>orci</a:t>
            </a:r>
            <a:r>
              <a:rPr lang="en-US" dirty="0"/>
              <a:t>. Donec </a:t>
            </a:r>
            <a:r>
              <a:rPr lang="en-US" dirty="0" err="1"/>
              <a:t>vulputate</a:t>
            </a:r>
            <a:r>
              <a:rPr lang="en-US" dirty="0"/>
              <a:t> </a:t>
            </a:r>
            <a:r>
              <a:rPr lang="en-US" dirty="0" err="1"/>
              <a:t>condimentum</a:t>
            </a:r>
            <a:endParaRPr lang="en-US" dirty="0"/>
          </a:p>
        </p:txBody>
      </p:sp>
      <p:sp>
        <p:nvSpPr>
          <p:cNvPr id="6" name="Text Placeholder 25">
            <a:extLst>
              <a:ext uri="{FF2B5EF4-FFF2-40B4-BE49-F238E27FC236}">
                <a16:creationId xmlns:a16="http://schemas.microsoft.com/office/drawing/2014/main" id="{E45B7AE5-B4D9-43F5-4F01-11483284B845}"/>
              </a:ext>
            </a:extLst>
          </p:cNvPr>
          <p:cNvSpPr>
            <a:spLocks noGrp="1"/>
          </p:cNvSpPr>
          <p:nvPr>
            <p:ph type="body" sz="quarter" idx="48" hasCustomPrompt="1"/>
          </p:nvPr>
        </p:nvSpPr>
        <p:spPr>
          <a:xfrm>
            <a:off x="12023482" y="21560366"/>
            <a:ext cx="8893418" cy="770465"/>
          </a:xfrm>
          <a:prstGeom prst="rect">
            <a:avLst/>
          </a:prstGeom>
        </p:spPr>
        <p:txBody>
          <a:bodyPr lIns="121920" tIns="60960" rIns="121920" bIns="60960"/>
          <a:lstStyle>
            <a:lvl1pPr marL="0" indent="0">
              <a:buNone/>
              <a:defRPr sz="6400">
                <a:solidFill>
                  <a:schemeClr val="tx2"/>
                </a:solidFill>
                <a:latin typeface="+mj-lt"/>
              </a:defRPr>
            </a:lvl1pPr>
            <a:lvl2pPr marL="1097280" indent="0">
              <a:buNone/>
              <a:defRPr sz="4000">
                <a:solidFill>
                  <a:schemeClr val="tx2"/>
                </a:solidFill>
                <a:latin typeface="+mj-lt"/>
              </a:defRPr>
            </a:lvl2pPr>
            <a:lvl3pPr marL="2194560" indent="0">
              <a:buNone/>
              <a:defRPr sz="4000">
                <a:solidFill>
                  <a:schemeClr val="tx2"/>
                </a:solidFill>
                <a:latin typeface="+mj-lt"/>
              </a:defRPr>
            </a:lvl3pPr>
            <a:lvl4pPr marL="3291840" indent="0">
              <a:buNone/>
              <a:defRPr sz="4000">
                <a:solidFill>
                  <a:schemeClr val="tx2"/>
                </a:solidFill>
                <a:latin typeface="+mj-lt"/>
              </a:defRPr>
            </a:lvl4pPr>
            <a:lvl5pPr marL="4389120" indent="0">
              <a:buNone/>
              <a:defRPr sz="4000">
                <a:solidFill>
                  <a:schemeClr val="tx2"/>
                </a:solidFill>
                <a:latin typeface="+mj-lt"/>
              </a:defRPr>
            </a:lvl5pPr>
          </a:lstStyle>
          <a:p>
            <a:pPr lvl="0"/>
            <a:r>
              <a:rPr lang="en-US" dirty="0"/>
              <a:t>SECTION HEADER</a:t>
            </a:r>
          </a:p>
        </p:txBody>
      </p:sp>
      <p:sp>
        <p:nvSpPr>
          <p:cNvPr id="11" name="Text Placeholder 17">
            <a:extLst>
              <a:ext uri="{FF2B5EF4-FFF2-40B4-BE49-F238E27FC236}">
                <a16:creationId xmlns:a16="http://schemas.microsoft.com/office/drawing/2014/main" id="{65AC8CF6-F7F8-FE46-244E-102985BEA122}"/>
              </a:ext>
            </a:extLst>
          </p:cNvPr>
          <p:cNvSpPr>
            <a:spLocks noGrp="1"/>
          </p:cNvSpPr>
          <p:nvPr>
            <p:ph type="body" sz="quarter" idx="53" hasCustomPrompt="1"/>
          </p:nvPr>
        </p:nvSpPr>
        <p:spPr>
          <a:xfrm>
            <a:off x="12009832" y="23098796"/>
            <a:ext cx="8743950" cy="1261533"/>
          </a:xfrm>
        </p:spPr>
        <p:txBody>
          <a:bodyPr lIns="121920" tIns="60960" rIns="121920" bIns="60960">
            <a:noAutofit/>
          </a:bodyPr>
          <a:lstStyle>
            <a:lvl1pPr marL="0" indent="0">
              <a:buNone/>
              <a:defRPr sz="2880"/>
            </a:lvl1pPr>
            <a:lvl2pP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 </a:t>
            </a:r>
            <a:r>
              <a:rPr lang="en-US" dirty="0" err="1"/>
              <a:t>amet</a:t>
            </a:r>
            <a:r>
              <a:rPr lang="en-US" dirty="0"/>
              <a:t> ac </a:t>
            </a:r>
            <a:r>
              <a:rPr lang="en-US" dirty="0" err="1"/>
              <a:t>orci</a:t>
            </a:r>
            <a:r>
              <a:rPr lang="en-US" dirty="0"/>
              <a:t>. Donec</a:t>
            </a:r>
          </a:p>
        </p:txBody>
      </p:sp>
      <p:sp>
        <p:nvSpPr>
          <p:cNvPr id="12" name="Text Placeholder 17">
            <a:extLst>
              <a:ext uri="{FF2B5EF4-FFF2-40B4-BE49-F238E27FC236}">
                <a16:creationId xmlns:a16="http://schemas.microsoft.com/office/drawing/2014/main" id="{DA1E8A01-A0BF-3968-1D37-C84A0317454A}"/>
              </a:ext>
            </a:extLst>
          </p:cNvPr>
          <p:cNvSpPr>
            <a:spLocks noGrp="1"/>
          </p:cNvSpPr>
          <p:nvPr>
            <p:ph type="body" sz="quarter" idx="54" hasCustomPrompt="1"/>
          </p:nvPr>
        </p:nvSpPr>
        <p:spPr>
          <a:xfrm>
            <a:off x="12009835" y="24623347"/>
            <a:ext cx="8714737" cy="6085253"/>
          </a:xfrm>
        </p:spPr>
        <p:txBody>
          <a:bodyPr lIns="121920" tIns="60960" rIns="121920" bIns="60960">
            <a:noAutofit/>
          </a:bodyPr>
          <a:lstStyle>
            <a:lvl1pPr marL="285750" indent="-285750">
              <a:buFont typeface="Arial" panose="020B0604020202020204" pitchFamily="34" charset="0"/>
              <a:buChar char="•"/>
              <a:defRPr sz="2880"/>
            </a:lvl1pPr>
            <a:lvl2pP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 </a:t>
            </a:r>
            <a:r>
              <a:rPr lang="en-US" dirty="0" err="1"/>
              <a:t>amet</a:t>
            </a:r>
            <a:r>
              <a:rPr lang="en-US" dirty="0"/>
              <a:t> ac </a:t>
            </a:r>
            <a:r>
              <a:rPr lang="en-US" dirty="0" err="1"/>
              <a:t>orci</a:t>
            </a:r>
            <a:r>
              <a:rPr lang="en-US" dirty="0"/>
              <a:t>. Donec</a:t>
            </a:r>
          </a:p>
        </p:txBody>
      </p:sp>
      <p:sp>
        <p:nvSpPr>
          <p:cNvPr id="26" name="Text Placeholder 38">
            <a:extLst>
              <a:ext uri="{FF2B5EF4-FFF2-40B4-BE49-F238E27FC236}">
                <a16:creationId xmlns:a16="http://schemas.microsoft.com/office/drawing/2014/main" id="{2AD14CD3-CC8A-ED17-DE0A-8BC17A4BB6E8}"/>
              </a:ext>
            </a:extLst>
          </p:cNvPr>
          <p:cNvSpPr>
            <a:spLocks noGrp="1"/>
          </p:cNvSpPr>
          <p:nvPr>
            <p:ph type="body" sz="quarter" idx="61" hasCustomPrompt="1"/>
          </p:nvPr>
        </p:nvSpPr>
        <p:spPr>
          <a:xfrm>
            <a:off x="12039043" y="31743650"/>
            <a:ext cx="8848641" cy="768349"/>
          </a:xfrm>
        </p:spPr>
        <p:txBody>
          <a:bodyPr lIns="121920" tIns="60960" rIns="121920" bIns="60960"/>
          <a:lstStyle>
            <a:lvl1pPr marL="0" indent="0" algn="ctr">
              <a:buNone/>
              <a:defRPr sz="4800">
                <a:solidFill>
                  <a:schemeClr val="tx2"/>
                </a:solidFill>
                <a:latin typeface="Uni Sans Book" panose="00000500000000000000" pitchFamily="50" charset="0"/>
              </a:defRPr>
            </a:lvl1pPr>
          </a:lstStyle>
          <a:p>
            <a:pPr lvl="0"/>
            <a:r>
              <a:rPr lang="en-US" dirty="0"/>
              <a:t>CHART TITLE</a:t>
            </a:r>
          </a:p>
        </p:txBody>
      </p:sp>
      <p:sp>
        <p:nvSpPr>
          <p:cNvPr id="35" name="Text Placeholder 54">
            <a:extLst>
              <a:ext uri="{FF2B5EF4-FFF2-40B4-BE49-F238E27FC236}">
                <a16:creationId xmlns:a16="http://schemas.microsoft.com/office/drawing/2014/main" id="{57858A04-198D-38A3-311C-D02DAC1AF622}"/>
              </a:ext>
            </a:extLst>
          </p:cNvPr>
          <p:cNvSpPr>
            <a:spLocks noGrp="1"/>
          </p:cNvSpPr>
          <p:nvPr>
            <p:ph type="body" sz="quarter" idx="67" hasCustomPrompt="1"/>
          </p:nvPr>
        </p:nvSpPr>
        <p:spPr>
          <a:xfrm>
            <a:off x="12008986" y="36985535"/>
            <a:ext cx="4450214" cy="472016"/>
          </a:xfrm>
        </p:spPr>
        <p:txBody>
          <a:bodyPr lIns="121920" tIns="60960" rIns="121920" bIns="60960">
            <a:noAutofit/>
          </a:bodyPr>
          <a:lstStyle>
            <a:lvl1pPr marL="0" indent="0" algn="ctr">
              <a:buNone/>
              <a:defRPr sz="2880">
                <a:solidFill>
                  <a:schemeClr val="tx2"/>
                </a:solidFill>
                <a:latin typeface="Uni Sans Book" panose="00000500000000000000" pitchFamily="50" charset="0"/>
              </a:defRPr>
            </a:lvl1pPr>
          </a:lstStyle>
          <a:p>
            <a:pPr lvl="0"/>
            <a:r>
              <a:rPr lang="en-US" dirty="0"/>
              <a:t>CHART AXIS LABEL</a:t>
            </a:r>
          </a:p>
        </p:txBody>
      </p:sp>
      <p:sp>
        <p:nvSpPr>
          <p:cNvPr id="33" name="Chart Placeholder 56">
            <a:extLst>
              <a:ext uri="{FF2B5EF4-FFF2-40B4-BE49-F238E27FC236}">
                <a16:creationId xmlns:a16="http://schemas.microsoft.com/office/drawing/2014/main" id="{B5195A7A-BFD3-0FB4-A879-8C93AC126732}"/>
              </a:ext>
            </a:extLst>
          </p:cNvPr>
          <p:cNvSpPr>
            <a:spLocks noGrp="1"/>
          </p:cNvSpPr>
          <p:nvPr>
            <p:ph type="chart" sz="quarter" idx="43"/>
          </p:nvPr>
        </p:nvSpPr>
        <p:spPr>
          <a:xfrm>
            <a:off x="12044333" y="32558031"/>
            <a:ext cx="4414812" cy="4415896"/>
          </a:xfrm>
          <a:prstGeom prst="rect">
            <a:avLst/>
          </a:prstGeom>
          <a:solidFill>
            <a:schemeClr val="accent3">
              <a:lumMod val="95000"/>
            </a:schemeClr>
          </a:solidFill>
        </p:spPr>
        <p:txBody>
          <a:bodyPr/>
          <a:lstStyle>
            <a:lvl1pPr>
              <a:defRPr sz="4800"/>
            </a:lvl1pPr>
          </a:lstStyle>
          <a:p>
            <a:endParaRPr lang="en-US"/>
          </a:p>
        </p:txBody>
      </p:sp>
      <p:sp>
        <p:nvSpPr>
          <p:cNvPr id="36" name="Text Placeholder 54">
            <a:extLst>
              <a:ext uri="{FF2B5EF4-FFF2-40B4-BE49-F238E27FC236}">
                <a16:creationId xmlns:a16="http://schemas.microsoft.com/office/drawing/2014/main" id="{C53D7DD7-8094-D8F1-C48C-9753AB2EBB37}"/>
              </a:ext>
            </a:extLst>
          </p:cNvPr>
          <p:cNvSpPr>
            <a:spLocks noGrp="1"/>
          </p:cNvSpPr>
          <p:nvPr>
            <p:ph type="body" sz="quarter" idx="68" hasCustomPrompt="1"/>
          </p:nvPr>
        </p:nvSpPr>
        <p:spPr>
          <a:xfrm>
            <a:off x="16453033" y="36985535"/>
            <a:ext cx="4450214" cy="472016"/>
          </a:xfrm>
        </p:spPr>
        <p:txBody>
          <a:bodyPr lIns="121920" tIns="60960" rIns="121920" bIns="60960">
            <a:noAutofit/>
          </a:bodyPr>
          <a:lstStyle>
            <a:lvl1pPr marL="0" indent="0" algn="ctr">
              <a:buNone/>
              <a:defRPr sz="2880">
                <a:solidFill>
                  <a:schemeClr val="tx2"/>
                </a:solidFill>
                <a:latin typeface="Uni Sans Book" panose="00000500000000000000" pitchFamily="50" charset="0"/>
              </a:defRPr>
            </a:lvl1pPr>
          </a:lstStyle>
          <a:p>
            <a:pPr lvl="0"/>
            <a:r>
              <a:rPr lang="en-US" dirty="0"/>
              <a:t>CHART AXIS LABEL</a:t>
            </a:r>
          </a:p>
        </p:txBody>
      </p:sp>
      <p:sp>
        <p:nvSpPr>
          <p:cNvPr id="34" name="Chart Placeholder 56">
            <a:extLst>
              <a:ext uri="{FF2B5EF4-FFF2-40B4-BE49-F238E27FC236}">
                <a16:creationId xmlns:a16="http://schemas.microsoft.com/office/drawing/2014/main" id="{DDDA2AA0-06BB-5257-F736-3072D176A927}"/>
              </a:ext>
            </a:extLst>
          </p:cNvPr>
          <p:cNvSpPr>
            <a:spLocks noGrp="1"/>
          </p:cNvSpPr>
          <p:nvPr>
            <p:ph type="chart" sz="quarter" idx="44"/>
          </p:nvPr>
        </p:nvSpPr>
        <p:spPr>
          <a:xfrm>
            <a:off x="16484203" y="32558031"/>
            <a:ext cx="4389753" cy="4415896"/>
          </a:xfrm>
          <a:prstGeom prst="rect">
            <a:avLst/>
          </a:prstGeom>
          <a:solidFill>
            <a:schemeClr val="accent3">
              <a:lumMod val="95000"/>
            </a:schemeClr>
          </a:solidFill>
        </p:spPr>
        <p:txBody>
          <a:bodyPr/>
          <a:lstStyle>
            <a:lvl1pPr>
              <a:defRPr sz="4800"/>
            </a:lvl1pPr>
          </a:lstStyle>
          <a:p>
            <a:endParaRPr lang="en-US" dirty="0"/>
          </a:p>
        </p:txBody>
      </p:sp>
      <p:sp>
        <p:nvSpPr>
          <p:cNvPr id="39" name="Text Placeholder 54">
            <a:extLst>
              <a:ext uri="{FF2B5EF4-FFF2-40B4-BE49-F238E27FC236}">
                <a16:creationId xmlns:a16="http://schemas.microsoft.com/office/drawing/2014/main" id="{81F69A9E-4C8E-A391-EB1C-E7C8FE9E9FFA}"/>
              </a:ext>
            </a:extLst>
          </p:cNvPr>
          <p:cNvSpPr>
            <a:spLocks noGrp="1"/>
          </p:cNvSpPr>
          <p:nvPr>
            <p:ph type="body" sz="quarter" idx="71" hasCustomPrompt="1"/>
          </p:nvPr>
        </p:nvSpPr>
        <p:spPr>
          <a:xfrm>
            <a:off x="12008986" y="41885050"/>
            <a:ext cx="4450214" cy="472016"/>
          </a:xfrm>
        </p:spPr>
        <p:txBody>
          <a:bodyPr lIns="121920" tIns="60960" rIns="121920" bIns="60960">
            <a:noAutofit/>
          </a:bodyPr>
          <a:lstStyle>
            <a:lvl1pPr marL="0" indent="0" algn="ctr">
              <a:buNone/>
              <a:defRPr sz="2880">
                <a:solidFill>
                  <a:schemeClr val="tx2"/>
                </a:solidFill>
                <a:latin typeface="Uni Sans Book" panose="00000500000000000000" pitchFamily="50" charset="0"/>
              </a:defRPr>
            </a:lvl1pPr>
          </a:lstStyle>
          <a:p>
            <a:pPr lvl="0"/>
            <a:r>
              <a:rPr lang="en-US" dirty="0"/>
              <a:t>CHART AXIS LABEL</a:t>
            </a:r>
          </a:p>
        </p:txBody>
      </p:sp>
      <p:sp>
        <p:nvSpPr>
          <p:cNvPr id="37" name="Chart Placeholder 56">
            <a:extLst>
              <a:ext uri="{FF2B5EF4-FFF2-40B4-BE49-F238E27FC236}">
                <a16:creationId xmlns:a16="http://schemas.microsoft.com/office/drawing/2014/main" id="{585DD6A7-862A-F749-6118-1098A3E67C53}"/>
              </a:ext>
            </a:extLst>
          </p:cNvPr>
          <p:cNvSpPr>
            <a:spLocks noGrp="1"/>
          </p:cNvSpPr>
          <p:nvPr>
            <p:ph type="chart" sz="quarter" idx="69"/>
          </p:nvPr>
        </p:nvSpPr>
        <p:spPr>
          <a:xfrm>
            <a:off x="12044333" y="37457549"/>
            <a:ext cx="4414812" cy="4415896"/>
          </a:xfrm>
          <a:prstGeom prst="rect">
            <a:avLst/>
          </a:prstGeom>
          <a:solidFill>
            <a:schemeClr val="accent3">
              <a:lumMod val="95000"/>
            </a:schemeClr>
          </a:solidFill>
        </p:spPr>
        <p:txBody>
          <a:bodyPr/>
          <a:lstStyle>
            <a:lvl1pPr>
              <a:defRPr sz="4800"/>
            </a:lvl1pPr>
          </a:lstStyle>
          <a:p>
            <a:endParaRPr lang="en-US"/>
          </a:p>
        </p:txBody>
      </p:sp>
      <p:sp>
        <p:nvSpPr>
          <p:cNvPr id="40" name="Text Placeholder 54">
            <a:extLst>
              <a:ext uri="{FF2B5EF4-FFF2-40B4-BE49-F238E27FC236}">
                <a16:creationId xmlns:a16="http://schemas.microsoft.com/office/drawing/2014/main" id="{45459B19-7D55-12D0-82F5-1899380FF2B9}"/>
              </a:ext>
            </a:extLst>
          </p:cNvPr>
          <p:cNvSpPr>
            <a:spLocks noGrp="1"/>
          </p:cNvSpPr>
          <p:nvPr>
            <p:ph type="body" sz="quarter" idx="72" hasCustomPrompt="1"/>
          </p:nvPr>
        </p:nvSpPr>
        <p:spPr>
          <a:xfrm>
            <a:off x="16453033" y="41885050"/>
            <a:ext cx="4450214" cy="472016"/>
          </a:xfrm>
        </p:spPr>
        <p:txBody>
          <a:bodyPr lIns="121920" tIns="60960" rIns="121920" bIns="60960">
            <a:noAutofit/>
          </a:bodyPr>
          <a:lstStyle>
            <a:lvl1pPr marL="0" indent="0" algn="ctr">
              <a:buNone/>
              <a:defRPr sz="2880">
                <a:solidFill>
                  <a:schemeClr val="tx2"/>
                </a:solidFill>
                <a:latin typeface="Uni Sans Book" panose="00000500000000000000" pitchFamily="50" charset="0"/>
              </a:defRPr>
            </a:lvl1pPr>
          </a:lstStyle>
          <a:p>
            <a:pPr lvl="0"/>
            <a:r>
              <a:rPr lang="en-US" dirty="0"/>
              <a:t>CHART AXIS LABEL</a:t>
            </a:r>
          </a:p>
        </p:txBody>
      </p:sp>
      <p:sp>
        <p:nvSpPr>
          <p:cNvPr id="38" name="Chart Placeholder 56">
            <a:extLst>
              <a:ext uri="{FF2B5EF4-FFF2-40B4-BE49-F238E27FC236}">
                <a16:creationId xmlns:a16="http://schemas.microsoft.com/office/drawing/2014/main" id="{52090A6A-FE82-5CC4-B526-1E4F4A059555}"/>
              </a:ext>
            </a:extLst>
          </p:cNvPr>
          <p:cNvSpPr>
            <a:spLocks noGrp="1"/>
          </p:cNvSpPr>
          <p:nvPr>
            <p:ph type="chart" sz="quarter" idx="70"/>
          </p:nvPr>
        </p:nvSpPr>
        <p:spPr>
          <a:xfrm>
            <a:off x="16484203" y="37457549"/>
            <a:ext cx="4389753" cy="4415896"/>
          </a:xfrm>
          <a:prstGeom prst="rect">
            <a:avLst/>
          </a:prstGeom>
          <a:solidFill>
            <a:schemeClr val="accent3">
              <a:lumMod val="95000"/>
            </a:schemeClr>
          </a:solidFill>
        </p:spPr>
        <p:txBody>
          <a:bodyPr/>
          <a:lstStyle>
            <a:lvl1pPr>
              <a:defRPr sz="4800"/>
            </a:lvl1pPr>
          </a:lstStyle>
          <a:p>
            <a:endParaRPr lang="en-US"/>
          </a:p>
        </p:txBody>
      </p:sp>
      <p:sp>
        <p:nvSpPr>
          <p:cNvPr id="5" name="Text Placeholder 25">
            <a:extLst>
              <a:ext uri="{FF2B5EF4-FFF2-40B4-BE49-F238E27FC236}">
                <a16:creationId xmlns:a16="http://schemas.microsoft.com/office/drawing/2014/main" id="{B5F39BFE-7880-4CFA-5B86-0E0BCF39ECC7}"/>
              </a:ext>
            </a:extLst>
          </p:cNvPr>
          <p:cNvSpPr>
            <a:spLocks noGrp="1"/>
          </p:cNvSpPr>
          <p:nvPr>
            <p:ph type="body" sz="quarter" idx="47" hasCustomPrompt="1"/>
          </p:nvPr>
        </p:nvSpPr>
        <p:spPr>
          <a:xfrm>
            <a:off x="22117050" y="10158750"/>
            <a:ext cx="8743950" cy="770465"/>
          </a:xfrm>
          <a:prstGeom prst="rect">
            <a:avLst/>
          </a:prstGeom>
        </p:spPr>
        <p:txBody>
          <a:bodyPr lIns="121920" tIns="60960" rIns="121920" bIns="60960"/>
          <a:lstStyle>
            <a:lvl1pPr marL="0" indent="0">
              <a:buNone/>
              <a:defRPr sz="6400">
                <a:solidFill>
                  <a:schemeClr val="tx2"/>
                </a:solidFill>
                <a:latin typeface="+mj-lt"/>
              </a:defRPr>
            </a:lvl1pPr>
            <a:lvl2pPr marL="1097280" indent="0">
              <a:buNone/>
              <a:defRPr sz="4000">
                <a:solidFill>
                  <a:schemeClr val="tx2"/>
                </a:solidFill>
                <a:latin typeface="+mj-lt"/>
              </a:defRPr>
            </a:lvl2pPr>
            <a:lvl3pPr marL="2194560" indent="0">
              <a:buNone/>
              <a:defRPr sz="4000">
                <a:solidFill>
                  <a:schemeClr val="tx2"/>
                </a:solidFill>
                <a:latin typeface="+mj-lt"/>
              </a:defRPr>
            </a:lvl3pPr>
            <a:lvl4pPr marL="3291840" indent="0">
              <a:buNone/>
              <a:defRPr sz="4000">
                <a:solidFill>
                  <a:schemeClr val="tx2"/>
                </a:solidFill>
                <a:latin typeface="+mj-lt"/>
              </a:defRPr>
            </a:lvl4pPr>
            <a:lvl5pPr marL="4389120" indent="0">
              <a:buNone/>
              <a:defRPr sz="4000">
                <a:solidFill>
                  <a:schemeClr val="tx2"/>
                </a:solidFill>
                <a:latin typeface="+mj-lt"/>
              </a:defRPr>
            </a:lvl5pPr>
          </a:lstStyle>
          <a:p>
            <a:pPr lvl="0"/>
            <a:r>
              <a:rPr lang="en-US" dirty="0"/>
              <a:t>SECTION HEADER</a:t>
            </a:r>
          </a:p>
        </p:txBody>
      </p:sp>
      <p:sp>
        <p:nvSpPr>
          <p:cNvPr id="9" name="Text Placeholder 17">
            <a:extLst>
              <a:ext uri="{FF2B5EF4-FFF2-40B4-BE49-F238E27FC236}">
                <a16:creationId xmlns:a16="http://schemas.microsoft.com/office/drawing/2014/main" id="{135003E1-BD0C-90E4-931B-8FF586C8B804}"/>
              </a:ext>
            </a:extLst>
          </p:cNvPr>
          <p:cNvSpPr>
            <a:spLocks noGrp="1"/>
          </p:cNvSpPr>
          <p:nvPr>
            <p:ph type="body" sz="quarter" idx="51" hasCustomPrompt="1"/>
          </p:nvPr>
        </p:nvSpPr>
        <p:spPr>
          <a:xfrm>
            <a:off x="22125381" y="11541798"/>
            <a:ext cx="8743950" cy="1261533"/>
          </a:xfrm>
        </p:spPr>
        <p:txBody>
          <a:bodyPr lIns="121920" tIns="60960" rIns="121920" bIns="60960">
            <a:noAutofit/>
          </a:bodyPr>
          <a:lstStyle>
            <a:lvl1pPr marL="0" indent="0">
              <a:buNone/>
              <a:defRPr sz="2880"/>
            </a:lvl1pPr>
            <a:lvl2pP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 </a:t>
            </a:r>
            <a:r>
              <a:rPr lang="en-US" dirty="0" err="1"/>
              <a:t>amet</a:t>
            </a:r>
            <a:r>
              <a:rPr lang="en-US" dirty="0"/>
              <a:t> ac </a:t>
            </a:r>
            <a:r>
              <a:rPr lang="en-US" dirty="0" err="1"/>
              <a:t>orci</a:t>
            </a:r>
            <a:r>
              <a:rPr lang="en-US" dirty="0"/>
              <a:t>. Donec</a:t>
            </a:r>
          </a:p>
        </p:txBody>
      </p:sp>
      <p:sp>
        <p:nvSpPr>
          <p:cNvPr id="10" name="Text Placeholder 17">
            <a:extLst>
              <a:ext uri="{FF2B5EF4-FFF2-40B4-BE49-F238E27FC236}">
                <a16:creationId xmlns:a16="http://schemas.microsoft.com/office/drawing/2014/main" id="{2316AAB3-86F7-D1E3-75AF-012259D32152}"/>
              </a:ext>
            </a:extLst>
          </p:cNvPr>
          <p:cNvSpPr>
            <a:spLocks noGrp="1"/>
          </p:cNvSpPr>
          <p:nvPr>
            <p:ph type="body" sz="quarter" idx="52" hasCustomPrompt="1"/>
          </p:nvPr>
        </p:nvSpPr>
        <p:spPr>
          <a:xfrm>
            <a:off x="22125382" y="13066347"/>
            <a:ext cx="8714737" cy="5502782"/>
          </a:xfrm>
        </p:spPr>
        <p:txBody>
          <a:bodyPr lIns="121920" tIns="60960" rIns="121920" bIns="60960">
            <a:noAutofit/>
          </a:bodyPr>
          <a:lstStyle>
            <a:lvl1pPr marL="285750" indent="-285750">
              <a:buFont typeface="Arial" panose="020B0604020202020204" pitchFamily="34" charset="0"/>
              <a:buChar char="•"/>
              <a:defRPr sz="2880"/>
            </a:lvl1pPr>
            <a:lvl2pP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 </a:t>
            </a:r>
            <a:r>
              <a:rPr lang="en-US" dirty="0" err="1"/>
              <a:t>amet</a:t>
            </a:r>
            <a:r>
              <a:rPr lang="en-US" dirty="0"/>
              <a:t> ac </a:t>
            </a:r>
            <a:r>
              <a:rPr lang="en-US" dirty="0" err="1"/>
              <a:t>orci</a:t>
            </a:r>
            <a:r>
              <a:rPr lang="en-US" dirty="0"/>
              <a:t>. Donec</a:t>
            </a:r>
          </a:p>
        </p:txBody>
      </p:sp>
      <p:sp>
        <p:nvSpPr>
          <p:cNvPr id="25" name="Text Placeholder 38">
            <a:extLst>
              <a:ext uri="{FF2B5EF4-FFF2-40B4-BE49-F238E27FC236}">
                <a16:creationId xmlns:a16="http://schemas.microsoft.com/office/drawing/2014/main" id="{92A34F02-72AE-2E84-74A6-A24280D3B889}"/>
              </a:ext>
            </a:extLst>
          </p:cNvPr>
          <p:cNvSpPr>
            <a:spLocks noGrp="1"/>
          </p:cNvSpPr>
          <p:nvPr>
            <p:ph type="body" sz="quarter" idx="60" hasCustomPrompt="1"/>
          </p:nvPr>
        </p:nvSpPr>
        <p:spPr>
          <a:xfrm>
            <a:off x="22124746" y="19221450"/>
            <a:ext cx="8685526" cy="768349"/>
          </a:xfrm>
        </p:spPr>
        <p:txBody>
          <a:bodyPr lIns="121920" tIns="60960" rIns="121920" bIns="60960"/>
          <a:lstStyle>
            <a:lvl1pPr marL="0" indent="0" algn="ctr">
              <a:buNone/>
              <a:defRPr sz="4800">
                <a:solidFill>
                  <a:schemeClr val="tx2"/>
                </a:solidFill>
                <a:latin typeface="Uni Sans Book" panose="00000500000000000000" pitchFamily="50" charset="0"/>
              </a:defRPr>
            </a:lvl1pPr>
          </a:lstStyle>
          <a:p>
            <a:pPr lvl="0"/>
            <a:r>
              <a:rPr lang="en-US" dirty="0"/>
              <a:t>CHART TITLE</a:t>
            </a:r>
          </a:p>
        </p:txBody>
      </p:sp>
      <p:sp>
        <p:nvSpPr>
          <p:cNvPr id="32" name="Text Placeholder 54">
            <a:extLst>
              <a:ext uri="{FF2B5EF4-FFF2-40B4-BE49-F238E27FC236}">
                <a16:creationId xmlns:a16="http://schemas.microsoft.com/office/drawing/2014/main" id="{687A1E32-F833-4A95-287B-35E2FC0B03F0}"/>
              </a:ext>
            </a:extLst>
          </p:cNvPr>
          <p:cNvSpPr>
            <a:spLocks noGrp="1"/>
          </p:cNvSpPr>
          <p:nvPr>
            <p:ph type="body" sz="quarter" idx="66" hasCustomPrompt="1"/>
          </p:nvPr>
        </p:nvSpPr>
        <p:spPr>
          <a:xfrm rot="16200000">
            <a:off x="19108778" y="22071013"/>
            <a:ext cx="5882714" cy="472016"/>
          </a:xfrm>
        </p:spPr>
        <p:txBody>
          <a:bodyPr lIns="121920" tIns="60960" rIns="121920" bIns="60960">
            <a:noAutofit/>
          </a:bodyPr>
          <a:lstStyle>
            <a:lvl1pPr marL="0" indent="0" algn="ctr">
              <a:buNone/>
              <a:defRPr sz="2880">
                <a:solidFill>
                  <a:schemeClr val="tx2"/>
                </a:solidFill>
                <a:latin typeface="Uni Sans Book" panose="00000500000000000000" pitchFamily="50" charset="0"/>
              </a:defRPr>
            </a:lvl1pPr>
          </a:lstStyle>
          <a:p>
            <a:pPr lvl="0"/>
            <a:r>
              <a:rPr lang="en-US" dirty="0"/>
              <a:t>CHART AXIS LABEL</a:t>
            </a:r>
          </a:p>
        </p:txBody>
      </p:sp>
      <p:sp>
        <p:nvSpPr>
          <p:cNvPr id="31" name="Text Placeholder 54">
            <a:extLst>
              <a:ext uri="{FF2B5EF4-FFF2-40B4-BE49-F238E27FC236}">
                <a16:creationId xmlns:a16="http://schemas.microsoft.com/office/drawing/2014/main" id="{4148A62B-5C7A-45E1-CD43-1745481A9A3C}"/>
              </a:ext>
            </a:extLst>
          </p:cNvPr>
          <p:cNvSpPr>
            <a:spLocks noGrp="1"/>
          </p:cNvSpPr>
          <p:nvPr>
            <p:ph type="body" sz="quarter" idx="65" hasCustomPrompt="1"/>
          </p:nvPr>
        </p:nvSpPr>
        <p:spPr>
          <a:xfrm>
            <a:off x="22145191" y="25217969"/>
            <a:ext cx="8757946" cy="472016"/>
          </a:xfrm>
        </p:spPr>
        <p:txBody>
          <a:bodyPr lIns="121920" tIns="60960" rIns="121920" bIns="60960">
            <a:noAutofit/>
          </a:bodyPr>
          <a:lstStyle>
            <a:lvl1pPr marL="0" indent="0" algn="ctr">
              <a:buNone/>
              <a:defRPr sz="2880">
                <a:solidFill>
                  <a:schemeClr val="tx2"/>
                </a:solidFill>
                <a:latin typeface="Uni Sans Book" panose="00000500000000000000" pitchFamily="50" charset="0"/>
              </a:defRPr>
            </a:lvl1pPr>
          </a:lstStyle>
          <a:p>
            <a:pPr lvl="0"/>
            <a:r>
              <a:rPr lang="en-US" dirty="0"/>
              <a:t>CHART AXIS LABEL</a:t>
            </a:r>
          </a:p>
        </p:txBody>
      </p:sp>
      <p:sp>
        <p:nvSpPr>
          <p:cNvPr id="30" name="Chart Placeholder 56">
            <a:extLst>
              <a:ext uri="{FF2B5EF4-FFF2-40B4-BE49-F238E27FC236}">
                <a16:creationId xmlns:a16="http://schemas.microsoft.com/office/drawing/2014/main" id="{8EAAA307-E66D-6D2A-72EC-9C487AE6FD1D}"/>
              </a:ext>
            </a:extLst>
          </p:cNvPr>
          <p:cNvSpPr>
            <a:spLocks noGrp="1"/>
          </p:cNvSpPr>
          <p:nvPr>
            <p:ph type="chart" sz="quarter" idx="64"/>
          </p:nvPr>
        </p:nvSpPr>
        <p:spPr>
          <a:xfrm>
            <a:off x="22676555" y="19989800"/>
            <a:ext cx="8226582" cy="5228167"/>
          </a:xfrm>
          <a:prstGeom prst="rect">
            <a:avLst/>
          </a:prstGeom>
          <a:solidFill>
            <a:schemeClr val="accent3">
              <a:lumMod val="95000"/>
            </a:schemeClr>
          </a:solidFill>
        </p:spPr>
        <p:txBody>
          <a:bodyPr/>
          <a:lstStyle>
            <a:lvl1pPr>
              <a:defRPr sz="4800"/>
            </a:lvl1pPr>
          </a:lstStyle>
          <a:p>
            <a:endParaRPr lang="en-US"/>
          </a:p>
        </p:txBody>
      </p:sp>
      <p:sp>
        <p:nvSpPr>
          <p:cNvPr id="45" name="Picture Placeholder 18">
            <a:extLst>
              <a:ext uri="{FF2B5EF4-FFF2-40B4-BE49-F238E27FC236}">
                <a16:creationId xmlns:a16="http://schemas.microsoft.com/office/drawing/2014/main" id="{64B201F0-35F2-A5C8-8AA9-511E04229139}"/>
              </a:ext>
            </a:extLst>
          </p:cNvPr>
          <p:cNvSpPr>
            <a:spLocks noGrp="1"/>
          </p:cNvSpPr>
          <p:nvPr>
            <p:ph type="pic" sz="quarter" idx="74" hasCustomPrompt="1"/>
          </p:nvPr>
        </p:nvSpPr>
        <p:spPr>
          <a:xfrm>
            <a:off x="22117050" y="26638638"/>
            <a:ext cx="8714739" cy="7259295"/>
          </a:xfrm>
          <a:prstGeom prst="rect">
            <a:avLst/>
          </a:prstGeom>
          <a:solidFill>
            <a:schemeClr val="accent3">
              <a:lumMod val="95000"/>
            </a:schemeClr>
          </a:solidFill>
        </p:spPr>
        <p:txBody>
          <a:bodyPr lIns="121920" tIns="60960" rIns="121920" bIns="60960"/>
          <a:lstStyle>
            <a:lvl1pPr>
              <a:defRPr sz="5120"/>
            </a:lvl1pPr>
          </a:lstStyle>
          <a:p>
            <a:pPr marL="548640" marR="0" lvl="0" indent="-548640" algn="l" defTabSz="2194560" rtl="0" eaLnBrk="1" fontAlgn="auto" latinLnBrk="0" hangingPunct="1">
              <a:lnSpc>
                <a:spcPct val="90000"/>
              </a:lnSpc>
              <a:spcBef>
                <a:spcPts val="2400"/>
              </a:spcBef>
              <a:spcAft>
                <a:spcPts val="0"/>
              </a:spcAft>
              <a:buClrTx/>
              <a:buSzTx/>
              <a:buFont typeface="Arial" panose="020B0604020202020204" pitchFamily="34" charset="0"/>
              <a:buChar char="•"/>
              <a:tabLst/>
              <a:defRPr/>
            </a:pPr>
            <a:r>
              <a:rPr lang="en-US" dirty="0"/>
              <a:t>Place image here and add alt text under Review &gt; Check Accessibility &gt; Alt Text</a:t>
            </a:r>
          </a:p>
          <a:p>
            <a:endParaRPr lang="en-US" dirty="0"/>
          </a:p>
        </p:txBody>
      </p:sp>
      <p:sp>
        <p:nvSpPr>
          <p:cNvPr id="46" name="Text Placeholder 15">
            <a:extLst>
              <a:ext uri="{FF2B5EF4-FFF2-40B4-BE49-F238E27FC236}">
                <a16:creationId xmlns:a16="http://schemas.microsoft.com/office/drawing/2014/main" id="{DCA07C6B-6406-FE3E-BBEC-8805A6B1233A}"/>
              </a:ext>
            </a:extLst>
          </p:cNvPr>
          <p:cNvSpPr>
            <a:spLocks noGrp="1"/>
          </p:cNvSpPr>
          <p:nvPr>
            <p:ph type="body" sz="quarter" idx="75" hasCustomPrompt="1"/>
          </p:nvPr>
        </p:nvSpPr>
        <p:spPr>
          <a:xfrm>
            <a:off x="22117053" y="34055831"/>
            <a:ext cx="8743948" cy="599016"/>
          </a:xfrm>
        </p:spPr>
        <p:txBody>
          <a:bodyPr lIns="121920" tIns="60960" rIns="121920" bIns="60960">
            <a:noAutofit/>
          </a:bodyPr>
          <a:lstStyle>
            <a:lvl1pPr marL="0" indent="0">
              <a:buNone/>
              <a:defRPr sz="1920"/>
            </a:lvl1pPr>
            <a:lvl2pPr>
              <a:defRPr sz="1200"/>
            </a:lvl2pPr>
            <a:lvl3pPr>
              <a:defRPr sz="1200"/>
            </a:lvl3pPr>
            <a:lvl4pPr>
              <a:defRPr sz="1200"/>
            </a:lvl4pPr>
            <a:lvl5pPr>
              <a:defRPr sz="1200"/>
            </a:lvl5pPr>
          </a:lstStyle>
          <a:p>
            <a:pPr lvl="0"/>
            <a:r>
              <a:rPr lang="en-US" dirty="0"/>
              <a:t>Photo caption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a:t>
            </a:r>
          </a:p>
        </p:txBody>
      </p:sp>
      <p:sp>
        <p:nvSpPr>
          <p:cNvPr id="8" name="Text Placeholder 25">
            <a:extLst>
              <a:ext uri="{FF2B5EF4-FFF2-40B4-BE49-F238E27FC236}">
                <a16:creationId xmlns:a16="http://schemas.microsoft.com/office/drawing/2014/main" id="{81535374-FDCA-80A8-D1B0-E84EB9E639F4}"/>
              </a:ext>
            </a:extLst>
          </p:cNvPr>
          <p:cNvSpPr>
            <a:spLocks noGrp="1"/>
          </p:cNvSpPr>
          <p:nvPr>
            <p:ph type="body" sz="quarter" idx="50" hasCustomPrompt="1"/>
          </p:nvPr>
        </p:nvSpPr>
        <p:spPr>
          <a:xfrm>
            <a:off x="22117050" y="35708168"/>
            <a:ext cx="8743950" cy="770465"/>
          </a:xfrm>
          <a:prstGeom prst="rect">
            <a:avLst/>
          </a:prstGeom>
        </p:spPr>
        <p:txBody>
          <a:bodyPr lIns="121920" tIns="60960" rIns="121920" bIns="60960"/>
          <a:lstStyle>
            <a:lvl1pPr marL="0" indent="0">
              <a:buNone/>
              <a:defRPr sz="6400">
                <a:solidFill>
                  <a:schemeClr val="tx2"/>
                </a:solidFill>
                <a:latin typeface="+mj-lt"/>
              </a:defRPr>
            </a:lvl1pPr>
            <a:lvl2pPr marL="1097280" indent="0">
              <a:buNone/>
              <a:defRPr sz="4000">
                <a:solidFill>
                  <a:schemeClr val="tx2"/>
                </a:solidFill>
                <a:latin typeface="+mj-lt"/>
              </a:defRPr>
            </a:lvl2pPr>
            <a:lvl3pPr marL="2194560" indent="0">
              <a:buNone/>
              <a:defRPr sz="4000">
                <a:solidFill>
                  <a:schemeClr val="tx2"/>
                </a:solidFill>
                <a:latin typeface="+mj-lt"/>
              </a:defRPr>
            </a:lvl3pPr>
            <a:lvl4pPr marL="3291840" indent="0">
              <a:buNone/>
              <a:defRPr sz="4000">
                <a:solidFill>
                  <a:schemeClr val="tx2"/>
                </a:solidFill>
                <a:latin typeface="+mj-lt"/>
              </a:defRPr>
            </a:lvl4pPr>
            <a:lvl5pPr marL="4389120" indent="0">
              <a:buNone/>
              <a:defRPr sz="4000">
                <a:solidFill>
                  <a:schemeClr val="tx2"/>
                </a:solidFill>
                <a:latin typeface="+mj-lt"/>
              </a:defRPr>
            </a:lvl5pPr>
          </a:lstStyle>
          <a:p>
            <a:pPr lvl="0"/>
            <a:r>
              <a:rPr lang="en-US" dirty="0"/>
              <a:t>SECTION HEADER</a:t>
            </a:r>
          </a:p>
        </p:txBody>
      </p:sp>
      <p:sp>
        <p:nvSpPr>
          <p:cNvPr id="22" name="Text Placeholder 17">
            <a:extLst>
              <a:ext uri="{FF2B5EF4-FFF2-40B4-BE49-F238E27FC236}">
                <a16:creationId xmlns:a16="http://schemas.microsoft.com/office/drawing/2014/main" id="{4D2466F7-BF85-266C-634A-BB4ADE11D169}"/>
              </a:ext>
            </a:extLst>
          </p:cNvPr>
          <p:cNvSpPr>
            <a:spLocks noGrp="1"/>
          </p:cNvSpPr>
          <p:nvPr>
            <p:ph type="body" sz="quarter" idx="57" hasCustomPrompt="1"/>
          </p:nvPr>
        </p:nvSpPr>
        <p:spPr>
          <a:xfrm>
            <a:off x="22096171" y="37142015"/>
            <a:ext cx="8743950" cy="1261533"/>
          </a:xfrm>
        </p:spPr>
        <p:txBody>
          <a:bodyPr lIns="121920" tIns="60960" rIns="121920" bIns="60960">
            <a:noAutofit/>
          </a:bodyPr>
          <a:lstStyle>
            <a:lvl1pPr marL="0" indent="0">
              <a:buNone/>
              <a:defRPr sz="2880"/>
            </a:lvl1pPr>
            <a:lvl2pP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 </a:t>
            </a:r>
            <a:r>
              <a:rPr lang="en-US" dirty="0" err="1"/>
              <a:t>amet</a:t>
            </a:r>
            <a:r>
              <a:rPr lang="en-US" dirty="0"/>
              <a:t> ac </a:t>
            </a:r>
            <a:r>
              <a:rPr lang="en-US" dirty="0" err="1"/>
              <a:t>orci</a:t>
            </a:r>
            <a:r>
              <a:rPr lang="en-US" dirty="0"/>
              <a:t>. Donec</a:t>
            </a:r>
          </a:p>
        </p:txBody>
      </p:sp>
      <p:sp>
        <p:nvSpPr>
          <p:cNvPr id="23" name="Text Placeholder 17">
            <a:extLst>
              <a:ext uri="{FF2B5EF4-FFF2-40B4-BE49-F238E27FC236}">
                <a16:creationId xmlns:a16="http://schemas.microsoft.com/office/drawing/2014/main" id="{2D920A2F-995B-EE12-F87A-9D3BA66A9083}"/>
              </a:ext>
            </a:extLst>
          </p:cNvPr>
          <p:cNvSpPr>
            <a:spLocks noGrp="1"/>
          </p:cNvSpPr>
          <p:nvPr>
            <p:ph type="body" sz="quarter" idx="58" hasCustomPrompt="1"/>
          </p:nvPr>
        </p:nvSpPr>
        <p:spPr>
          <a:xfrm>
            <a:off x="22096173" y="38666564"/>
            <a:ext cx="8714737" cy="3567016"/>
          </a:xfrm>
        </p:spPr>
        <p:txBody>
          <a:bodyPr lIns="121920" tIns="60960" rIns="121920" bIns="60960">
            <a:noAutofit/>
          </a:bodyPr>
          <a:lstStyle>
            <a:lvl1pPr marL="285750" indent="-285750">
              <a:buFont typeface="Arial" panose="020B0604020202020204" pitchFamily="34" charset="0"/>
              <a:buChar char="•"/>
              <a:defRPr sz="2880"/>
            </a:lvl1pPr>
            <a:lvl2pP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 </a:t>
            </a:r>
            <a:r>
              <a:rPr lang="en-US" dirty="0" err="1"/>
              <a:t>amet</a:t>
            </a:r>
            <a:r>
              <a:rPr lang="en-US" dirty="0"/>
              <a:t> ac </a:t>
            </a:r>
            <a:r>
              <a:rPr lang="en-US" dirty="0" err="1"/>
              <a:t>orci</a:t>
            </a:r>
            <a:r>
              <a:rPr lang="en-US" dirty="0"/>
              <a:t>. Donec</a:t>
            </a:r>
          </a:p>
        </p:txBody>
      </p:sp>
    </p:spTree>
    <p:extLst>
      <p:ext uri="{BB962C8B-B14F-4D97-AF65-F5344CB8AC3E}">
        <p14:creationId xmlns:p14="http://schemas.microsoft.com/office/powerpoint/2010/main" val="4239815422"/>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D984EF-F468-39C7-FF26-3A99E120730D}"/>
              </a:ext>
            </a:extLst>
          </p:cNvPr>
          <p:cNvSpPr>
            <a:spLocks noGrp="1"/>
          </p:cNvSpPr>
          <p:nvPr>
            <p:ph type="title"/>
          </p:nvPr>
        </p:nvSpPr>
        <p:spPr>
          <a:xfrm>
            <a:off x="2262188" y="2336800"/>
            <a:ext cx="28394025" cy="8483600"/>
          </a:xfrm>
          <a:prstGeom prst="rect">
            <a:avLst/>
          </a:prstGeom>
        </p:spPr>
        <p:txBody>
          <a:bodyPr vert="horz" lIns="121920" tIns="60960" rIns="121920" bIns="6096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8E805987-E73C-73D1-D99D-931213988C30}"/>
              </a:ext>
            </a:extLst>
          </p:cNvPr>
          <p:cNvSpPr>
            <a:spLocks noGrp="1"/>
          </p:cNvSpPr>
          <p:nvPr>
            <p:ph type="body" idx="1"/>
          </p:nvPr>
        </p:nvSpPr>
        <p:spPr>
          <a:xfrm>
            <a:off x="2262188" y="11684000"/>
            <a:ext cx="28394025" cy="27848982"/>
          </a:xfrm>
          <a:prstGeom prst="rect">
            <a:avLst/>
          </a:prstGeom>
        </p:spPr>
        <p:txBody>
          <a:bodyPr vert="horz" lIns="121920" tIns="60960" rIns="121920" bIns="6096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69109359"/>
      </p:ext>
    </p:extLst>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defTabSz="2194560" rtl="0" eaLnBrk="1" latinLnBrk="0" hangingPunct="1">
        <a:lnSpc>
          <a:spcPct val="90000"/>
        </a:lnSpc>
        <a:spcBef>
          <a:spcPct val="0"/>
        </a:spcBef>
        <a:buNone/>
        <a:defRPr sz="18400" kern="1200">
          <a:solidFill>
            <a:schemeClr val="bg2"/>
          </a:solidFill>
          <a:latin typeface="+mj-lt"/>
          <a:ea typeface="+mj-ea"/>
          <a:cs typeface="+mj-cs"/>
        </a:defRPr>
      </a:lvl1pPr>
    </p:titleStyle>
    <p:bodyStyle>
      <a:lvl1pPr marL="548640" indent="-548640" algn="l" defTabSz="2194560" rtl="0" eaLnBrk="1" latinLnBrk="0" hangingPunct="1">
        <a:lnSpc>
          <a:spcPct val="90000"/>
        </a:lnSpc>
        <a:spcBef>
          <a:spcPts val="2400"/>
        </a:spcBef>
        <a:buFont typeface="Arial" panose="020B0604020202020204" pitchFamily="34" charset="0"/>
        <a:buChar char="•"/>
        <a:defRPr sz="4800" kern="1200">
          <a:solidFill>
            <a:schemeClr val="tx1"/>
          </a:solidFill>
          <a:latin typeface="+mn-lt"/>
          <a:ea typeface="+mn-ea"/>
          <a:cs typeface="+mn-cs"/>
        </a:defRPr>
      </a:lvl1pPr>
      <a:lvl2pPr marL="1645920" indent="-548640" algn="l" defTabSz="2194560" rtl="0" eaLnBrk="1" latinLnBrk="0" hangingPunct="1">
        <a:lnSpc>
          <a:spcPct val="90000"/>
        </a:lnSpc>
        <a:spcBef>
          <a:spcPts val="1200"/>
        </a:spcBef>
        <a:buFont typeface="Arial" panose="020B0604020202020204" pitchFamily="34" charset="0"/>
        <a:buChar char="•"/>
        <a:defRPr sz="4800" kern="1200">
          <a:solidFill>
            <a:schemeClr val="tx1"/>
          </a:solidFill>
          <a:latin typeface="+mn-lt"/>
          <a:ea typeface="+mn-ea"/>
          <a:cs typeface="+mn-cs"/>
        </a:defRPr>
      </a:lvl2pPr>
      <a:lvl3pPr marL="2743200" indent="-548640" algn="l" defTabSz="2194560" rtl="0" eaLnBrk="1" latinLnBrk="0" hangingPunct="1">
        <a:lnSpc>
          <a:spcPct val="90000"/>
        </a:lnSpc>
        <a:spcBef>
          <a:spcPts val="1200"/>
        </a:spcBef>
        <a:buFont typeface="Arial" panose="020B0604020202020204" pitchFamily="34" charset="0"/>
        <a:buChar char="•"/>
        <a:defRPr sz="4800" kern="1200">
          <a:solidFill>
            <a:schemeClr val="tx1"/>
          </a:solidFill>
          <a:latin typeface="+mn-lt"/>
          <a:ea typeface="+mn-ea"/>
          <a:cs typeface="+mn-cs"/>
        </a:defRPr>
      </a:lvl3pPr>
      <a:lvl4pPr marL="3840480" indent="-548640" algn="l" defTabSz="2194560" rtl="0" eaLnBrk="1" latinLnBrk="0" hangingPunct="1">
        <a:lnSpc>
          <a:spcPct val="90000"/>
        </a:lnSpc>
        <a:spcBef>
          <a:spcPts val="1200"/>
        </a:spcBef>
        <a:buFont typeface="Arial" panose="020B0604020202020204" pitchFamily="34" charset="0"/>
        <a:buChar char="•"/>
        <a:defRPr sz="4800" kern="1200">
          <a:solidFill>
            <a:schemeClr val="tx1"/>
          </a:solidFill>
          <a:latin typeface="+mn-lt"/>
          <a:ea typeface="+mn-ea"/>
          <a:cs typeface="+mn-cs"/>
        </a:defRPr>
      </a:lvl4pPr>
      <a:lvl5pPr marL="4937760" indent="-548640" algn="l" defTabSz="2194560" rtl="0" eaLnBrk="1" latinLnBrk="0" hangingPunct="1">
        <a:lnSpc>
          <a:spcPct val="90000"/>
        </a:lnSpc>
        <a:spcBef>
          <a:spcPts val="1200"/>
        </a:spcBef>
        <a:buFont typeface="Arial" panose="020B0604020202020204" pitchFamily="34" charset="0"/>
        <a:buChar char="•"/>
        <a:defRPr sz="4800" kern="1200">
          <a:solidFill>
            <a:schemeClr val="tx1"/>
          </a:solidFill>
          <a:latin typeface="+mn-lt"/>
          <a:ea typeface="+mn-ea"/>
          <a:cs typeface="+mn-cs"/>
        </a:defRPr>
      </a:lvl5pPr>
      <a:lvl6pPr marL="603504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6pPr>
      <a:lvl7pPr marL="713232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7pPr>
      <a:lvl8pPr marL="822960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8pPr>
      <a:lvl9pPr marL="932688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9pPr>
    </p:bodyStyle>
    <p:otherStyle>
      <a:defPPr>
        <a:defRPr lang="en-US"/>
      </a:defPPr>
      <a:lvl1pPr marL="0" algn="l" defTabSz="2194560" rtl="0" eaLnBrk="1" latinLnBrk="0" hangingPunct="1">
        <a:defRPr sz="4320" kern="1200">
          <a:solidFill>
            <a:schemeClr val="tx1"/>
          </a:solidFill>
          <a:latin typeface="+mn-lt"/>
          <a:ea typeface="+mn-ea"/>
          <a:cs typeface="+mn-cs"/>
        </a:defRPr>
      </a:lvl1pPr>
      <a:lvl2pPr marL="1097280" algn="l" defTabSz="2194560" rtl="0" eaLnBrk="1" latinLnBrk="0" hangingPunct="1">
        <a:defRPr sz="4320" kern="1200">
          <a:solidFill>
            <a:schemeClr val="tx1"/>
          </a:solidFill>
          <a:latin typeface="+mn-lt"/>
          <a:ea typeface="+mn-ea"/>
          <a:cs typeface="+mn-cs"/>
        </a:defRPr>
      </a:lvl2pPr>
      <a:lvl3pPr marL="2194560" algn="l" defTabSz="2194560" rtl="0" eaLnBrk="1" latinLnBrk="0" hangingPunct="1">
        <a:defRPr sz="4320" kern="1200">
          <a:solidFill>
            <a:schemeClr val="tx1"/>
          </a:solidFill>
          <a:latin typeface="+mn-lt"/>
          <a:ea typeface="+mn-ea"/>
          <a:cs typeface="+mn-cs"/>
        </a:defRPr>
      </a:lvl3pPr>
      <a:lvl4pPr marL="3291840" algn="l" defTabSz="2194560" rtl="0" eaLnBrk="1" latinLnBrk="0" hangingPunct="1">
        <a:defRPr sz="4320" kern="1200">
          <a:solidFill>
            <a:schemeClr val="tx1"/>
          </a:solidFill>
          <a:latin typeface="+mn-lt"/>
          <a:ea typeface="+mn-ea"/>
          <a:cs typeface="+mn-cs"/>
        </a:defRPr>
      </a:lvl4pPr>
      <a:lvl5pPr marL="4389120" algn="l" defTabSz="2194560" rtl="0" eaLnBrk="1" latinLnBrk="0" hangingPunct="1">
        <a:defRPr sz="4320" kern="1200">
          <a:solidFill>
            <a:schemeClr val="tx1"/>
          </a:solidFill>
          <a:latin typeface="+mn-lt"/>
          <a:ea typeface="+mn-ea"/>
          <a:cs typeface="+mn-cs"/>
        </a:defRPr>
      </a:lvl5pPr>
      <a:lvl6pPr marL="5486400" algn="l" defTabSz="2194560" rtl="0" eaLnBrk="1" latinLnBrk="0" hangingPunct="1">
        <a:defRPr sz="4320" kern="1200">
          <a:solidFill>
            <a:schemeClr val="tx1"/>
          </a:solidFill>
          <a:latin typeface="+mn-lt"/>
          <a:ea typeface="+mn-ea"/>
          <a:cs typeface="+mn-cs"/>
        </a:defRPr>
      </a:lvl6pPr>
      <a:lvl7pPr marL="6583680" algn="l" defTabSz="2194560" rtl="0" eaLnBrk="1" latinLnBrk="0" hangingPunct="1">
        <a:defRPr sz="4320" kern="1200">
          <a:solidFill>
            <a:schemeClr val="tx1"/>
          </a:solidFill>
          <a:latin typeface="+mn-lt"/>
          <a:ea typeface="+mn-ea"/>
          <a:cs typeface="+mn-cs"/>
        </a:defRPr>
      </a:lvl7pPr>
      <a:lvl8pPr marL="7680960" algn="l" defTabSz="2194560" rtl="0" eaLnBrk="1" latinLnBrk="0" hangingPunct="1">
        <a:defRPr sz="4320" kern="1200">
          <a:solidFill>
            <a:schemeClr val="tx1"/>
          </a:solidFill>
          <a:latin typeface="+mn-lt"/>
          <a:ea typeface="+mn-ea"/>
          <a:cs typeface="+mn-cs"/>
        </a:defRPr>
      </a:lvl8pPr>
      <a:lvl9pPr marL="8778240" algn="l" defTabSz="2194560" rtl="0" eaLnBrk="1" latinLnBrk="0" hangingPunct="1">
        <a:defRPr sz="432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824" userDrawn="1">
          <p15:clr>
            <a:srgbClr val="F26B43"/>
          </p15:clr>
        </p15:guide>
        <p15:guide id="2" pos="1296" userDrawn="1">
          <p15:clr>
            <a:srgbClr val="F26B43"/>
          </p15:clr>
        </p15:guide>
        <p15:guide id="3" pos="19440" userDrawn="1">
          <p15:clr>
            <a:srgbClr val="F26B43"/>
          </p15:clr>
        </p15:guide>
        <p15:guide id="4" pos="6804" userDrawn="1">
          <p15:clr>
            <a:srgbClr val="F26B43"/>
          </p15:clr>
        </p15:guide>
        <p15:guide id="5" pos="7560" userDrawn="1">
          <p15:clr>
            <a:srgbClr val="F26B43"/>
          </p15:clr>
        </p15:guide>
        <p15:guide id="6" pos="13176" userDrawn="1">
          <p15:clr>
            <a:srgbClr val="F26B43"/>
          </p15:clr>
        </p15:guide>
        <p15:guide id="7" pos="1393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Layout" Target="../slideLayouts/slideLayout2.xml"/><Relationship Id="rId5" Type="http://schemas.openxmlformats.org/officeDocument/2006/relationships/image" Target="../media/image8.svg"/><Relationship Id="rId4"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MasterLabelCover"/>
          <p:cNvSpPr>
            <a:spLocks/>
          </p:cNvSpPr>
          <p:nvPr/>
        </p:nvSpPr>
        <p:spPr>
          <a:xfrm>
            <a:off x="1947671" y="1341120"/>
            <a:ext cx="5966458" cy="365760"/>
          </a:xfrm>
          <a:prstGeom prst="rect">
            <a:avLst/>
          </a:prstGeom>
          <a:solidFill>
            <a:srgbClr val="320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Header_Title"/>
          <p:cNvSpPr txBox="1">
            <a:spLocks/>
          </p:cNvSpPr>
          <p:nvPr/>
        </p:nvSpPr>
        <p:spPr>
          <a:xfrm>
            <a:off x="2057400" y="3203678"/>
            <a:ext cx="26471879" cy="1212640"/>
          </a:xfrm>
          <a:prstGeom prst="rect">
            <a:avLst/>
          </a:prstGeom>
          <a:noFill/>
        </p:spPr>
        <p:txBody>
          <a:bodyPr wrap="square" lIns="36576" tIns="36576" rIns="36576" bIns="36576" anchor="ctr">
            <a:spAutoFit/>
          </a:bodyPr>
          <a:lstStyle/>
          <a:p>
            <a:pPr>
              <a:lnSpc>
                <a:spcPct val="105000"/>
              </a:lnSpc>
            </a:pPr>
            <a:r>
              <a:rPr sz="7680" b="1">
                <a:solidFill>
                  <a:srgbClr val="FFFFFF"/>
                </a:solidFill>
                <a:latin typeface="Encode Sans Normal"/>
              </a:rPr>
              <a:t>When Is It Worth Training Your Own Model?</a:t>
            </a:r>
          </a:p>
        </p:txBody>
      </p:sp>
      <p:sp>
        <p:nvSpPr>
          <p:cNvPr id="4" name="Header_Subtitle"/>
          <p:cNvSpPr txBox="1">
            <a:spLocks/>
          </p:cNvSpPr>
          <p:nvPr/>
        </p:nvSpPr>
        <p:spPr>
          <a:xfrm>
            <a:off x="2098548" y="5303519"/>
            <a:ext cx="26060400" cy="513026"/>
          </a:xfrm>
          <a:prstGeom prst="rect">
            <a:avLst/>
          </a:prstGeom>
          <a:noFill/>
        </p:spPr>
        <p:txBody>
          <a:bodyPr wrap="square" lIns="36576" tIns="36576" rIns="36576" bIns="36576" anchor="t">
            <a:spAutoFit/>
          </a:bodyPr>
          <a:lstStyle/>
          <a:p>
            <a:pPr>
              <a:lnSpc>
                <a:spcPct val="105000"/>
              </a:lnSpc>
            </a:pPr>
            <a:r>
              <a:rPr sz="2880">
                <a:solidFill>
                  <a:srgbClr val="FFFFFF"/>
                </a:solidFill>
                <a:latin typeface="Uni Sans Book"/>
              </a:rPr>
              <a:t>Yoruba from scratch against multilingual transfer</a:t>
            </a:r>
          </a:p>
        </p:txBody>
      </p:sp>
      <p:sp>
        <p:nvSpPr>
          <p:cNvPr id="5" name="Header_Author"/>
          <p:cNvSpPr txBox="1">
            <a:spLocks/>
          </p:cNvSpPr>
          <p:nvPr/>
        </p:nvSpPr>
        <p:spPr>
          <a:xfrm>
            <a:off x="2098548" y="6364223"/>
            <a:ext cx="24688800" cy="308418"/>
          </a:xfrm>
          <a:prstGeom prst="rect">
            <a:avLst/>
          </a:prstGeom>
          <a:noFill/>
        </p:spPr>
        <p:txBody>
          <a:bodyPr wrap="square" lIns="36576" tIns="36576" rIns="36576" bIns="36576" anchor="t">
            <a:spAutoFit/>
          </a:bodyPr>
          <a:lstStyle/>
          <a:p>
            <a:pPr>
              <a:lnSpc>
                <a:spcPct val="105000"/>
              </a:lnSpc>
            </a:pPr>
            <a:r>
              <a:rPr sz="1520">
                <a:solidFill>
                  <a:srgbClr val="E8D3A2"/>
                </a:solidFill>
                <a:latin typeface="Open Sans"/>
              </a:rPr>
              <a:t>A2-NLP Project Team · CSED 504 · University of Washington · Summer 2026</a:t>
            </a:r>
          </a:p>
        </p:txBody>
      </p:sp>
      <p:sp>
        <p:nvSpPr>
          <p:cNvPr id="6" name="Takeaway_Background"/>
          <p:cNvSpPr>
            <a:spLocks/>
          </p:cNvSpPr>
          <p:nvPr/>
        </p:nvSpPr>
        <p:spPr>
          <a:xfrm>
            <a:off x="2057400" y="9083040"/>
            <a:ext cx="28803600" cy="1414272"/>
          </a:xfrm>
          <a:prstGeom prst="rect">
            <a:avLst/>
          </a:prstGeom>
          <a:solidFill>
            <a:srgbClr val="F8F2E4"/>
          </a:solidFill>
          <a:ln w="13547">
            <a:solidFill>
              <a:srgbClr val="E8D3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akeaway_Label"/>
          <p:cNvSpPr txBox="1">
            <a:spLocks/>
          </p:cNvSpPr>
          <p:nvPr/>
        </p:nvSpPr>
        <p:spPr>
          <a:xfrm>
            <a:off x="2441448" y="9649515"/>
            <a:ext cx="2125980" cy="330090"/>
          </a:xfrm>
          <a:prstGeom prst="rect">
            <a:avLst/>
          </a:prstGeom>
          <a:noFill/>
        </p:spPr>
        <p:txBody>
          <a:bodyPr wrap="square" lIns="36576" tIns="36576" rIns="36576" bIns="36576" anchor="ctr">
            <a:spAutoFit/>
          </a:bodyPr>
          <a:lstStyle/>
          <a:p>
            <a:pPr>
              <a:lnSpc>
                <a:spcPct val="105000"/>
              </a:lnSpc>
            </a:pPr>
            <a:r>
              <a:rPr sz="1680" b="1">
                <a:solidFill>
                  <a:srgbClr val="32006E"/>
                </a:solidFill>
                <a:latin typeface="Uni Sans Book"/>
              </a:rPr>
              <a:t>TAKEAWAY</a:t>
            </a:r>
          </a:p>
        </p:txBody>
      </p:sp>
      <p:sp>
        <p:nvSpPr>
          <p:cNvPr id="8" name="Takeaway_Text"/>
          <p:cNvSpPr txBox="1">
            <a:spLocks/>
          </p:cNvSpPr>
          <p:nvPr/>
        </p:nvSpPr>
        <p:spPr>
          <a:xfrm>
            <a:off x="4416552" y="9592389"/>
            <a:ext cx="26060400" cy="456535"/>
          </a:xfrm>
          <a:prstGeom prst="rect">
            <a:avLst/>
          </a:prstGeom>
          <a:noFill/>
        </p:spPr>
        <p:txBody>
          <a:bodyPr wrap="square" lIns="36576" tIns="36576" rIns="36576" bIns="36576" anchor="ctr">
            <a:spAutoFit/>
          </a:bodyPr>
          <a:lstStyle/>
          <a:p>
            <a:pPr>
              <a:lnSpc>
                <a:spcPct val="105000"/>
              </a:lnSpc>
            </a:pPr>
            <a:r>
              <a:rPr sz="2480" b="1">
                <a:solidFill>
                  <a:srgbClr val="1F1F24"/>
                </a:solidFill>
                <a:latin typeface="Open Sans"/>
              </a:rPr>
              <a:t>A 33.8M-parameter Yoruba model is ahead of mmBERT on topic classification; the strongest evidence points to vocabulary fit—not text scarcity—as the leverage.</a:t>
            </a:r>
          </a:p>
        </p:txBody>
      </p:sp>
      <p:sp>
        <p:nvSpPr>
          <p:cNvPr id="9" name="NarrativeSpine"/>
          <p:cNvSpPr>
            <a:spLocks/>
          </p:cNvSpPr>
          <p:nvPr/>
        </p:nvSpPr>
        <p:spPr>
          <a:xfrm>
            <a:off x="12001500" y="10997184"/>
            <a:ext cx="9121139" cy="31235904"/>
          </a:xfrm>
          <a:prstGeom prst="rect">
            <a:avLst/>
          </a:prstGeom>
          <a:solidFill>
            <a:srgbClr val="320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pineGradient_Frame"/>
          <p:cNvSpPr>
            <a:spLocks/>
          </p:cNvSpPr>
          <p:nvPr/>
        </p:nvSpPr>
        <p:spPr>
          <a:xfrm>
            <a:off x="2057400" y="10997184"/>
            <a:ext cx="9326880" cy="10302239"/>
          </a:xfrm>
          <a:prstGeom prst="roundRect">
            <a:avLst/>
          </a:prstGeom>
          <a:solidFill>
            <a:srgbClr val="FFFFFF"/>
          </a:solidFill>
          <a:ln w="13547">
            <a:solidFill>
              <a:srgbClr val="D9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pineGradient_Label"/>
          <p:cNvSpPr txBox="1">
            <a:spLocks/>
          </p:cNvSpPr>
          <p:nvPr/>
        </p:nvSpPr>
        <p:spPr>
          <a:xfrm>
            <a:off x="2359152" y="11143486"/>
            <a:ext cx="8723375" cy="283667"/>
          </a:xfrm>
          <a:prstGeom prst="rect">
            <a:avLst/>
          </a:prstGeom>
          <a:noFill/>
        </p:spPr>
        <p:txBody>
          <a:bodyPr wrap="square" lIns="36576" tIns="36576" rIns="36576" bIns="36576" anchor="t">
            <a:spAutoFit/>
          </a:bodyPr>
          <a:lstStyle/>
          <a:p>
            <a:pPr>
              <a:lnSpc>
                <a:spcPct val="105000"/>
              </a:lnSpc>
            </a:pPr>
            <a:r>
              <a:rPr sz="1376" b="1">
                <a:solidFill>
                  <a:srgbClr val="32006E"/>
                </a:solidFill>
                <a:latin typeface="Uni Sans Book"/>
              </a:rPr>
              <a:t>WHY VOCABULARY FIT MATTERS</a:t>
            </a:r>
          </a:p>
        </p:txBody>
      </p:sp>
      <p:sp>
        <p:nvSpPr>
          <p:cNvPr id="12" name="SpineData_Box"/>
          <p:cNvSpPr>
            <a:spLocks/>
          </p:cNvSpPr>
          <p:nvPr/>
        </p:nvSpPr>
        <p:spPr>
          <a:xfrm>
            <a:off x="2057400" y="21762720"/>
            <a:ext cx="9326880" cy="7620000"/>
          </a:xfrm>
          <a:prstGeom prst="roundRect">
            <a:avLst/>
          </a:prstGeom>
          <a:solidFill>
            <a:srgbClr val="F5F3F7"/>
          </a:solidFill>
          <a:ln w="13547">
            <a:solidFill>
              <a:srgbClr val="D9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pineData_Accent"/>
          <p:cNvSpPr>
            <a:spLocks/>
          </p:cNvSpPr>
          <p:nvPr/>
        </p:nvSpPr>
        <p:spPr>
          <a:xfrm>
            <a:off x="2057400" y="21762720"/>
            <a:ext cx="150876" cy="7620000"/>
          </a:xfrm>
          <a:prstGeom prst="rect">
            <a:avLst/>
          </a:prstGeom>
          <a:solidFill>
            <a:srgbClr val="320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pineData_Heading"/>
          <p:cNvSpPr txBox="1">
            <a:spLocks/>
          </p:cNvSpPr>
          <p:nvPr/>
        </p:nvSpPr>
        <p:spPr>
          <a:xfrm>
            <a:off x="2468880" y="22091904"/>
            <a:ext cx="8531352" cy="500906"/>
          </a:xfrm>
          <a:prstGeom prst="rect">
            <a:avLst/>
          </a:prstGeom>
          <a:noFill/>
        </p:spPr>
        <p:txBody>
          <a:bodyPr wrap="square" lIns="36576" tIns="36576" rIns="36576" bIns="36576" anchor="t">
            <a:spAutoFit/>
          </a:bodyPr>
          <a:lstStyle/>
          <a:p>
            <a:pPr>
              <a:lnSpc>
                <a:spcPct val="105000"/>
              </a:lnSpc>
            </a:pPr>
            <a:r>
              <a:rPr sz="2880" b="1">
                <a:solidFill>
                  <a:srgbClr val="32006E"/>
                </a:solidFill>
                <a:latin typeface="Encode Sans Normal"/>
              </a:rPr>
              <a:t>Enough text</a:t>
            </a:r>
          </a:p>
        </p:txBody>
      </p:sp>
      <p:sp>
        <p:nvSpPr>
          <p:cNvPr id="15" name="SpineData_Body"/>
          <p:cNvSpPr txBox="1">
            <a:spLocks/>
          </p:cNvSpPr>
          <p:nvPr/>
        </p:nvSpPr>
        <p:spPr>
          <a:xfrm>
            <a:off x="2468880" y="23103841"/>
            <a:ext cx="8531352" cy="1803251"/>
          </a:xfrm>
          <a:prstGeom prst="rect">
            <a:avLst/>
          </a:prstGeom>
          <a:noFill/>
        </p:spPr>
        <p:txBody>
          <a:bodyPr wrap="square" lIns="36576" tIns="36576" rIns="36576" bIns="36576" anchor="t">
            <a:spAutoFit/>
          </a:bodyPr>
          <a:lstStyle/>
          <a:p>
            <a:pPr>
              <a:lnSpc>
                <a:spcPct val="105000"/>
              </a:lnSpc>
            </a:pPr>
            <a:r>
              <a:rPr sz="2160">
                <a:solidFill>
                  <a:srgbClr val="1F1F24"/>
                </a:solidFill>
                <a:latin typeface="Open Sans"/>
              </a:rPr>
              <a:t>FineWeb-2 contains 69.1M Yoruba tokens. At fixed compute, an English control gained nothing measurable from 64M to 1,024M tokens, and Yoruba’s 16M→64M change also sat inside seed variation. At these budgets, lack of additional text does not explain the result.</a:t>
            </a:r>
          </a:p>
        </p:txBody>
      </p:sp>
      <p:sp>
        <p:nvSpPr>
          <p:cNvPr id="16" name="SpineDataFigure_Frame"/>
          <p:cNvSpPr>
            <a:spLocks/>
          </p:cNvSpPr>
          <p:nvPr/>
        </p:nvSpPr>
        <p:spPr>
          <a:xfrm>
            <a:off x="2057400" y="29846017"/>
            <a:ext cx="9326880" cy="12387073"/>
          </a:xfrm>
          <a:prstGeom prst="roundRect">
            <a:avLst/>
          </a:prstGeom>
          <a:solidFill>
            <a:srgbClr val="FFFFFF"/>
          </a:solidFill>
          <a:ln w="13547">
            <a:solidFill>
              <a:srgbClr val="D9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SpineDataFigure_Label"/>
          <p:cNvSpPr txBox="1">
            <a:spLocks/>
          </p:cNvSpPr>
          <p:nvPr/>
        </p:nvSpPr>
        <p:spPr>
          <a:xfrm>
            <a:off x="2359152" y="29992318"/>
            <a:ext cx="8723375" cy="283667"/>
          </a:xfrm>
          <a:prstGeom prst="rect">
            <a:avLst/>
          </a:prstGeom>
          <a:noFill/>
        </p:spPr>
        <p:txBody>
          <a:bodyPr wrap="square" lIns="36576" tIns="36576" rIns="36576" bIns="36576" anchor="t">
            <a:spAutoFit/>
          </a:bodyPr>
          <a:lstStyle/>
          <a:p>
            <a:pPr>
              <a:lnSpc>
                <a:spcPct val="105000"/>
              </a:lnSpc>
            </a:pPr>
            <a:r>
              <a:rPr sz="1376" b="1">
                <a:solidFill>
                  <a:srgbClr val="32006E"/>
                </a:solidFill>
                <a:latin typeface="Uni Sans Book"/>
              </a:rPr>
              <a:t>FIXED-COMPUTE CONTROL</a:t>
            </a:r>
          </a:p>
        </p:txBody>
      </p:sp>
      <p:sp>
        <p:nvSpPr>
          <p:cNvPr id="18" name="SpineLabel"/>
          <p:cNvSpPr txBox="1">
            <a:spLocks/>
          </p:cNvSpPr>
          <p:nvPr/>
        </p:nvSpPr>
        <p:spPr>
          <a:xfrm>
            <a:off x="12550139" y="11606783"/>
            <a:ext cx="8023861" cy="317844"/>
          </a:xfrm>
          <a:prstGeom prst="rect">
            <a:avLst/>
          </a:prstGeom>
          <a:noFill/>
        </p:spPr>
        <p:txBody>
          <a:bodyPr wrap="square" lIns="36576" tIns="36576" rIns="36576" bIns="36576" anchor="t">
            <a:spAutoFit/>
          </a:bodyPr>
          <a:lstStyle/>
          <a:p>
            <a:pPr algn="ctr">
              <a:lnSpc>
                <a:spcPct val="105000"/>
              </a:lnSpc>
            </a:pPr>
            <a:r>
              <a:rPr sz="1600" b="1">
                <a:solidFill>
                  <a:srgbClr val="E8D3A2"/>
                </a:solidFill>
                <a:latin typeface="Uni Sans Book"/>
              </a:rPr>
              <a:t>THE EVIDENCE CHAIN</a:t>
            </a:r>
          </a:p>
        </p:txBody>
      </p:sp>
      <p:sp>
        <p:nvSpPr>
          <p:cNvPr id="19" name="SpineStat0_Value"/>
          <p:cNvSpPr txBox="1">
            <a:spLocks/>
          </p:cNvSpPr>
          <p:nvPr/>
        </p:nvSpPr>
        <p:spPr>
          <a:xfrm>
            <a:off x="12618720" y="13000442"/>
            <a:ext cx="7886700" cy="809324"/>
          </a:xfrm>
          <a:prstGeom prst="rect">
            <a:avLst/>
          </a:prstGeom>
          <a:noFill/>
        </p:spPr>
        <p:txBody>
          <a:bodyPr wrap="square" lIns="36576" tIns="36576" rIns="36576" bIns="36576" anchor="ctr">
            <a:spAutoFit/>
          </a:bodyPr>
          <a:lstStyle/>
          <a:p>
            <a:pPr algn="ctr">
              <a:lnSpc>
                <a:spcPct val="105000"/>
              </a:lnSpc>
            </a:pPr>
            <a:r>
              <a:rPr sz="4960" b="1">
                <a:solidFill>
                  <a:srgbClr val="FFFFFF"/>
                </a:solidFill>
                <a:latin typeface="Encode Sans Normal"/>
              </a:rPr>
              <a:t>0.688</a:t>
            </a:r>
          </a:p>
        </p:txBody>
      </p:sp>
      <p:sp>
        <p:nvSpPr>
          <p:cNvPr id="20" name="SpineStat0_Label"/>
          <p:cNvSpPr txBox="1">
            <a:spLocks/>
          </p:cNvSpPr>
          <p:nvPr/>
        </p:nvSpPr>
        <p:spPr>
          <a:xfrm>
            <a:off x="12824461" y="14142720"/>
            <a:ext cx="7475220" cy="325410"/>
          </a:xfrm>
          <a:prstGeom prst="rect">
            <a:avLst/>
          </a:prstGeom>
          <a:noFill/>
        </p:spPr>
        <p:txBody>
          <a:bodyPr wrap="square" lIns="36576" tIns="36576" rIns="36576" bIns="36576" anchor="t">
            <a:spAutoFit/>
          </a:bodyPr>
          <a:lstStyle/>
          <a:p>
            <a:pPr algn="ctr">
              <a:lnSpc>
                <a:spcPct val="105000"/>
              </a:lnSpc>
            </a:pPr>
            <a:r>
              <a:rPr sz="1630" b="1">
                <a:solidFill>
                  <a:srgbClr val="E8D3A2"/>
                </a:solidFill>
                <a:latin typeface="Open Sans"/>
              </a:rPr>
              <a:t>SIB-200 macro-F1 · from scratch</a:t>
            </a:r>
          </a:p>
        </p:txBody>
      </p:sp>
      <p:cxnSp>
        <p:nvCxnSpPr>
          <p:cNvPr id="21" name="Connector 20"/>
          <p:cNvCxnSpPr>
            <a:cxnSpLocks/>
          </p:cNvCxnSpPr>
          <p:nvPr/>
        </p:nvCxnSpPr>
        <p:spPr>
          <a:xfrm>
            <a:off x="14058900" y="16447007"/>
            <a:ext cx="5006340" cy="1270"/>
          </a:xfrm>
          <a:prstGeom prst="line">
            <a:avLst/>
          </a:prstGeom>
          <a:ln w="11853">
            <a:solidFill>
              <a:srgbClr val="E8D3A2"/>
            </a:solidFill>
          </a:ln>
        </p:spPr>
        <p:style>
          <a:lnRef idx="2">
            <a:schemeClr val="accent1"/>
          </a:lnRef>
          <a:fillRef idx="0">
            <a:schemeClr val="accent1"/>
          </a:fillRef>
          <a:effectRef idx="1">
            <a:schemeClr val="accent1"/>
          </a:effectRef>
          <a:fontRef idx="minor">
            <a:schemeClr val="tx1"/>
          </a:fontRef>
        </p:style>
      </p:cxnSp>
      <p:sp>
        <p:nvSpPr>
          <p:cNvPr id="22" name="SpineStat1_Value"/>
          <p:cNvSpPr txBox="1">
            <a:spLocks/>
          </p:cNvSpPr>
          <p:nvPr/>
        </p:nvSpPr>
        <p:spPr>
          <a:xfrm>
            <a:off x="12618720" y="17328601"/>
            <a:ext cx="7886700" cy="809324"/>
          </a:xfrm>
          <a:prstGeom prst="rect">
            <a:avLst/>
          </a:prstGeom>
          <a:noFill/>
        </p:spPr>
        <p:txBody>
          <a:bodyPr wrap="square" lIns="36576" tIns="36576" rIns="36576" bIns="36576" anchor="ctr">
            <a:spAutoFit/>
          </a:bodyPr>
          <a:lstStyle/>
          <a:p>
            <a:pPr algn="ctr">
              <a:lnSpc>
                <a:spcPct val="105000"/>
              </a:lnSpc>
            </a:pPr>
            <a:r>
              <a:rPr sz="4960" b="1">
                <a:solidFill>
                  <a:srgbClr val="FFFFFF"/>
                </a:solidFill>
                <a:latin typeface="Encode Sans Normal"/>
              </a:rPr>
              <a:t>1.76×</a:t>
            </a:r>
          </a:p>
        </p:txBody>
      </p:sp>
      <p:sp>
        <p:nvSpPr>
          <p:cNvPr id="23" name="SpineStat1_Label"/>
          <p:cNvSpPr txBox="1">
            <a:spLocks/>
          </p:cNvSpPr>
          <p:nvPr/>
        </p:nvSpPr>
        <p:spPr>
          <a:xfrm>
            <a:off x="12824461" y="18470879"/>
            <a:ext cx="7475220" cy="325410"/>
          </a:xfrm>
          <a:prstGeom prst="rect">
            <a:avLst/>
          </a:prstGeom>
          <a:noFill/>
        </p:spPr>
        <p:txBody>
          <a:bodyPr wrap="square" lIns="36576" tIns="36576" rIns="36576" bIns="36576" anchor="t">
            <a:spAutoFit/>
          </a:bodyPr>
          <a:lstStyle/>
          <a:p>
            <a:pPr algn="ctr">
              <a:lnSpc>
                <a:spcPct val="105000"/>
              </a:lnSpc>
            </a:pPr>
            <a:r>
              <a:rPr sz="1630" b="1">
                <a:solidFill>
                  <a:srgbClr val="E8D3A2"/>
                </a:solidFill>
                <a:latin typeface="Open Sans"/>
              </a:rPr>
              <a:t>XLM-R tokens per fitted token</a:t>
            </a:r>
          </a:p>
        </p:txBody>
      </p:sp>
      <p:cxnSp>
        <p:nvCxnSpPr>
          <p:cNvPr id="24" name="Connector 23"/>
          <p:cNvCxnSpPr>
            <a:cxnSpLocks/>
          </p:cNvCxnSpPr>
          <p:nvPr/>
        </p:nvCxnSpPr>
        <p:spPr>
          <a:xfrm>
            <a:off x="14058900" y="20775168"/>
            <a:ext cx="5006340" cy="1270"/>
          </a:xfrm>
          <a:prstGeom prst="line">
            <a:avLst/>
          </a:prstGeom>
          <a:ln w="11853">
            <a:solidFill>
              <a:srgbClr val="E8D3A2"/>
            </a:solidFill>
          </a:ln>
        </p:spPr>
        <p:style>
          <a:lnRef idx="2">
            <a:schemeClr val="accent1"/>
          </a:lnRef>
          <a:fillRef idx="0">
            <a:schemeClr val="accent1"/>
          </a:fillRef>
          <a:effectRef idx="1">
            <a:schemeClr val="accent1"/>
          </a:effectRef>
          <a:fontRef idx="minor">
            <a:schemeClr val="tx1"/>
          </a:fontRef>
        </p:style>
      </p:cxnSp>
      <p:sp>
        <p:nvSpPr>
          <p:cNvPr id="25" name="SpineStat2_Value"/>
          <p:cNvSpPr txBox="1">
            <a:spLocks/>
          </p:cNvSpPr>
          <p:nvPr/>
        </p:nvSpPr>
        <p:spPr>
          <a:xfrm>
            <a:off x="12618720" y="21656762"/>
            <a:ext cx="7886700" cy="809324"/>
          </a:xfrm>
          <a:prstGeom prst="rect">
            <a:avLst/>
          </a:prstGeom>
          <a:noFill/>
        </p:spPr>
        <p:txBody>
          <a:bodyPr wrap="square" lIns="36576" tIns="36576" rIns="36576" bIns="36576" anchor="ctr">
            <a:spAutoFit/>
          </a:bodyPr>
          <a:lstStyle/>
          <a:p>
            <a:pPr algn="ctr">
              <a:lnSpc>
                <a:spcPct val="105000"/>
              </a:lnSpc>
            </a:pPr>
            <a:r>
              <a:rPr sz="4960" b="1">
                <a:solidFill>
                  <a:srgbClr val="FFFFFF"/>
                </a:solidFill>
                <a:latin typeface="Encode Sans Normal"/>
              </a:rPr>
              <a:t>69.1M</a:t>
            </a:r>
          </a:p>
        </p:txBody>
      </p:sp>
      <p:sp>
        <p:nvSpPr>
          <p:cNvPr id="26" name="SpineStat2_Label"/>
          <p:cNvSpPr txBox="1">
            <a:spLocks/>
          </p:cNvSpPr>
          <p:nvPr/>
        </p:nvSpPr>
        <p:spPr>
          <a:xfrm>
            <a:off x="12824461" y="22799041"/>
            <a:ext cx="7475220" cy="325410"/>
          </a:xfrm>
          <a:prstGeom prst="rect">
            <a:avLst/>
          </a:prstGeom>
          <a:noFill/>
        </p:spPr>
        <p:txBody>
          <a:bodyPr wrap="square" lIns="36576" tIns="36576" rIns="36576" bIns="36576" anchor="t">
            <a:spAutoFit/>
          </a:bodyPr>
          <a:lstStyle/>
          <a:p>
            <a:pPr algn="ctr">
              <a:lnSpc>
                <a:spcPct val="105000"/>
              </a:lnSpc>
            </a:pPr>
            <a:r>
              <a:rPr sz="1630" b="1">
                <a:solidFill>
                  <a:srgbClr val="E8D3A2"/>
                </a:solidFill>
                <a:latin typeface="Open Sans"/>
              </a:rPr>
              <a:t>available Yoruba training tokens</a:t>
            </a:r>
          </a:p>
        </p:txBody>
      </p:sp>
      <p:cxnSp>
        <p:nvCxnSpPr>
          <p:cNvPr id="27" name="Connector 26"/>
          <p:cNvCxnSpPr>
            <a:cxnSpLocks/>
          </p:cNvCxnSpPr>
          <p:nvPr/>
        </p:nvCxnSpPr>
        <p:spPr>
          <a:xfrm>
            <a:off x="14058900" y="25103328"/>
            <a:ext cx="5006340" cy="1270"/>
          </a:xfrm>
          <a:prstGeom prst="line">
            <a:avLst/>
          </a:prstGeom>
          <a:ln w="11853">
            <a:solidFill>
              <a:srgbClr val="E8D3A2"/>
            </a:solidFill>
          </a:ln>
        </p:spPr>
        <p:style>
          <a:lnRef idx="2">
            <a:schemeClr val="accent1"/>
          </a:lnRef>
          <a:fillRef idx="0">
            <a:schemeClr val="accent1"/>
          </a:fillRef>
          <a:effectRef idx="1">
            <a:schemeClr val="accent1"/>
          </a:effectRef>
          <a:fontRef idx="minor">
            <a:schemeClr val="tx1"/>
          </a:fontRef>
        </p:style>
      </p:cxnSp>
      <p:sp>
        <p:nvSpPr>
          <p:cNvPr id="28" name="SpineStat3_Value"/>
          <p:cNvSpPr txBox="1">
            <a:spLocks/>
          </p:cNvSpPr>
          <p:nvPr/>
        </p:nvSpPr>
        <p:spPr>
          <a:xfrm>
            <a:off x="12618720" y="25984921"/>
            <a:ext cx="7886700" cy="809324"/>
          </a:xfrm>
          <a:prstGeom prst="rect">
            <a:avLst/>
          </a:prstGeom>
          <a:noFill/>
        </p:spPr>
        <p:txBody>
          <a:bodyPr wrap="square" lIns="36576" tIns="36576" rIns="36576" bIns="36576" anchor="ctr">
            <a:spAutoFit/>
          </a:bodyPr>
          <a:lstStyle/>
          <a:p>
            <a:pPr algn="ctr">
              <a:lnSpc>
                <a:spcPct val="105000"/>
              </a:lnSpc>
            </a:pPr>
            <a:r>
              <a:rPr sz="4960" b="1">
                <a:solidFill>
                  <a:srgbClr val="FFFFFF"/>
                </a:solidFill>
                <a:latin typeface="Encode Sans Normal"/>
              </a:rPr>
              <a:t>33.8M</a:t>
            </a:r>
          </a:p>
        </p:txBody>
      </p:sp>
      <p:sp>
        <p:nvSpPr>
          <p:cNvPr id="29" name="SpineStat3_Label"/>
          <p:cNvSpPr txBox="1">
            <a:spLocks/>
          </p:cNvSpPr>
          <p:nvPr/>
        </p:nvSpPr>
        <p:spPr>
          <a:xfrm>
            <a:off x="12824461" y="27127200"/>
            <a:ext cx="7475220" cy="325410"/>
          </a:xfrm>
          <a:prstGeom prst="rect">
            <a:avLst/>
          </a:prstGeom>
          <a:noFill/>
        </p:spPr>
        <p:txBody>
          <a:bodyPr wrap="square" lIns="36576" tIns="36576" rIns="36576" bIns="36576" anchor="t">
            <a:spAutoFit/>
          </a:bodyPr>
          <a:lstStyle/>
          <a:p>
            <a:pPr algn="ctr">
              <a:lnSpc>
                <a:spcPct val="105000"/>
              </a:lnSpc>
            </a:pPr>
            <a:r>
              <a:rPr sz="1630" b="1">
                <a:solidFill>
                  <a:srgbClr val="E8D3A2"/>
                </a:solidFill>
                <a:latin typeface="Open Sans"/>
              </a:rPr>
              <a:t>parameters in the small encoder</a:t>
            </a:r>
          </a:p>
        </p:txBody>
      </p:sp>
      <p:sp>
        <p:nvSpPr>
          <p:cNvPr id="30" name="SpineInterpretation"/>
          <p:cNvSpPr txBox="1">
            <a:spLocks/>
          </p:cNvSpPr>
          <p:nvPr/>
        </p:nvSpPr>
        <p:spPr>
          <a:xfrm>
            <a:off x="12659868" y="30809182"/>
            <a:ext cx="7804404" cy="5747535"/>
          </a:xfrm>
          <a:prstGeom prst="rect">
            <a:avLst/>
          </a:prstGeom>
          <a:noFill/>
        </p:spPr>
        <p:txBody>
          <a:bodyPr wrap="square" lIns="36576" tIns="36576" rIns="36576" bIns="36576" anchor="t">
            <a:spAutoFit/>
          </a:bodyPr>
          <a:lstStyle/>
          <a:p>
            <a:pPr>
              <a:lnSpc>
                <a:spcPct val="105000"/>
              </a:lnSpc>
            </a:pPr>
            <a:r>
              <a:rPr sz="2208">
                <a:solidFill>
                  <a:srgbClr val="FFFFFF"/>
                </a:solidFill>
                <a:latin typeface="Open Sans"/>
              </a:rPr>
              <a:t>MEAN
No reliable matched-compute difference in pretraining bits per character (Welch p=0.374).
VARIANCE
The 250k-vocabulary arm was nearly four times as variable (sd 0.145 vs 0.037; p=0.0098).
DOWNSTREAM
Holding compute fixed, the fitted vocabulary led by +0.144 on SIB-200 and +0.061 on NER; every seed won.
NEXT TEST
Repeat the matched-compute vocabulary swap across the coverage gradient. Causal downstream evidence is still Yoruba-only.</a:t>
            </a:r>
          </a:p>
        </p:txBody>
      </p:sp>
      <p:sp>
        <p:nvSpPr>
          <p:cNvPr id="31" name="SpineHeadline_Frame"/>
          <p:cNvSpPr>
            <a:spLocks/>
          </p:cNvSpPr>
          <p:nvPr/>
        </p:nvSpPr>
        <p:spPr>
          <a:xfrm>
            <a:off x="21739859" y="10997184"/>
            <a:ext cx="9121139" cy="11314175"/>
          </a:xfrm>
          <a:prstGeom prst="roundRect">
            <a:avLst/>
          </a:prstGeom>
          <a:solidFill>
            <a:srgbClr val="FFFFFF"/>
          </a:solidFill>
          <a:ln w="13547">
            <a:solidFill>
              <a:srgbClr val="D9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SpineHeadline_Label"/>
          <p:cNvSpPr txBox="1">
            <a:spLocks/>
          </p:cNvSpPr>
          <p:nvPr/>
        </p:nvSpPr>
        <p:spPr>
          <a:xfrm>
            <a:off x="22041613" y="11143486"/>
            <a:ext cx="8517636" cy="283667"/>
          </a:xfrm>
          <a:prstGeom prst="rect">
            <a:avLst/>
          </a:prstGeom>
          <a:noFill/>
        </p:spPr>
        <p:txBody>
          <a:bodyPr wrap="square" lIns="36576" tIns="36576" rIns="36576" bIns="36576" anchor="t">
            <a:spAutoFit/>
          </a:bodyPr>
          <a:lstStyle/>
          <a:p>
            <a:pPr>
              <a:lnSpc>
                <a:spcPct val="105000"/>
              </a:lnSpc>
            </a:pPr>
            <a:r>
              <a:rPr sz="1376" b="1">
                <a:solidFill>
                  <a:srgbClr val="32006E"/>
                </a:solidFill>
                <a:latin typeface="Uni Sans Book"/>
              </a:rPr>
              <a:t>DOWNSTREAM RESULT</a:t>
            </a:r>
          </a:p>
        </p:txBody>
      </p:sp>
      <p:sp>
        <p:nvSpPr>
          <p:cNvPr id="33" name="SpineTasks_Box"/>
          <p:cNvSpPr>
            <a:spLocks/>
          </p:cNvSpPr>
          <p:nvPr/>
        </p:nvSpPr>
        <p:spPr>
          <a:xfrm>
            <a:off x="21739859" y="22799041"/>
            <a:ext cx="9121139" cy="7583424"/>
          </a:xfrm>
          <a:prstGeom prst="roundRect">
            <a:avLst/>
          </a:prstGeom>
          <a:solidFill>
            <a:srgbClr val="F5F3F7"/>
          </a:solidFill>
          <a:ln w="13547">
            <a:solidFill>
              <a:srgbClr val="D9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SpineTasks_Accent"/>
          <p:cNvSpPr>
            <a:spLocks/>
          </p:cNvSpPr>
          <p:nvPr/>
        </p:nvSpPr>
        <p:spPr>
          <a:xfrm>
            <a:off x="21739859" y="22799041"/>
            <a:ext cx="150876" cy="7583424"/>
          </a:xfrm>
          <a:prstGeom prst="rect">
            <a:avLst/>
          </a:prstGeom>
          <a:solidFill>
            <a:srgbClr val="320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SpineTasks_Heading"/>
          <p:cNvSpPr txBox="1">
            <a:spLocks/>
          </p:cNvSpPr>
          <p:nvPr/>
        </p:nvSpPr>
        <p:spPr>
          <a:xfrm>
            <a:off x="22151339" y="23128224"/>
            <a:ext cx="8325612" cy="500906"/>
          </a:xfrm>
          <a:prstGeom prst="rect">
            <a:avLst/>
          </a:prstGeom>
          <a:noFill/>
        </p:spPr>
        <p:txBody>
          <a:bodyPr wrap="square" lIns="36576" tIns="36576" rIns="36576" bIns="36576" anchor="t">
            <a:spAutoFit/>
          </a:bodyPr>
          <a:lstStyle/>
          <a:p>
            <a:pPr>
              <a:lnSpc>
                <a:spcPct val="105000"/>
              </a:lnSpc>
            </a:pPr>
            <a:r>
              <a:rPr sz="2880" b="1">
                <a:solidFill>
                  <a:srgbClr val="32006E"/>
                </a:solidFill>
                <a:latin typeface="Encode Sans Normal"/>
              </a:rPr>
              <a:t>Tasks disagree</a:t>
            </a:r>
          </a:p>
        </p:txBody>
      </p:sp>
      <p:sp>
        <p:nvSpPr>
          <p:cNvPr id="36" name="SpineTasks_Body"/>
          <p:cNvSpPr txBox="1">
            <a:spLocks/>
          </p:cNvSpPr>
          <p:nvPr/>
        </p:nvSpPr>
        <p:spPr>
          <a:xfrm>
            <a:off x="22151339" y="24140158"/>
            <a:ext cx="8325612" cy="2087559"/>
          </a:xfrm>
          <a:prstGeom prst="rect">
            <a:avLst/>
          </a:prstGeom>
          <a:noFill/>
        </p:spPr>
        <p:txBody>
          <a:bodyPr wrap="square" lIns="36576" tIns="36576" rIns="36576" bIns="36576" anchor="t">
            <a:spAutoFit/>
          </a:bodyPr>
          <a:lstStyle/>
          <a:p>
            <a:pPr>
              <a:lnSpc>
                <a:spcPct val="105000"/>
              </a:lnSpc>
            </a:pPr>
            <a:r>
              <a:rPr sz="2112">
                <a:solidFill>
                  <a:srgbClr val="1F1F24"/>
                </a:solidFill>
                <a:latin typeface="Open Sans"/>
              </a:rPr>
              <a:t>MasakhaNER tells a different story: from scratch scored 0.837, behind mmBERT at 0.863. An untrained encoder still reached 0.626, showing how much entity recognition can obtain from capitalization and name shape. NER learning rates were selected on the scored items, so these values are descriptive, not a held-out model-selection comparison.</a:t>
            </a:r>
          </a:p>
        </p:txBody>
      </p:sp>
      <p:sp>
        <p:nvSpPr>
          <p:cNvPr id="37" name="SpineLottery_Frame"/>
          <p:cNvSpPr>
            <a:spLocks/>
          </p:cNvSpPr>
          <p:nvPr/>
        </p:nvSpPr>
        <p:spPr>
          <a:xfrm>
            <a:off x="21739859" y="30845761"/>
            <a:ext cx="9121139" cy="11387327"/>
          </a:xfrm>
          <a:prstGeom prst="roundRect">
            <a:avLst/>
          </a:prstGeom>
          <a:solidFill>
            <a:srgbClr val="FFFFFF"/>
          </a:solidFill>
          <a:ln w="13547">
            <a:solidFill>
              <a:srgbClr val="D9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SpineLottery_Label"/>
          <p:cNvSpPr txBox="1">
            <a:spLocks/>
          </p:cNvSpPr>
          <p:nvPr/>
        </p:nvSpPr>
        <p:spPr>
          <a:xfrm>
            <a:off x="22041613" y="30992065"/>
            <a:ext cx="8517636" cy="283667"/>
          </a:xfrm>
          <a:prstGeom prst="rect">
            <a:avLst/>
          </a:prstGeom>
          <a:noFill/>
        </p:spPr>
        <p:txBody>
          <a:bodyPr wrap="square" lIns="36576" tIns="36576" rIns="36576" bIns="36576" anchor="t">
            <a:spAutoFit/>
          </a:bodyPr>
          <a:lstStyle/>
          <a:p>
            <a:pPr>
              <a:lnSpc>
                <a:spcPct val="105000"/>
              </a:lnSpc>
            </a:pPr>
            <a:r>
              <a:rPr sz="1376" b="1">
                <a:solidFill>
                  <a:srgbClr val="32006E"/>
                </a:solidFill>
                <a:latin typeface="Uni Sans Book"/>
              </a:rPr>
              <a:t>VARIANCE, NOT MEAN</a:t>
            </a:r>
          </a:p>
        </p:txBody>
      </p:sp>
      <p:cxnSp>
        <p:nvCxnSpPr>
          <p:cNvPr id="39" name="Connector 38"/>
          <p:cNvCxnSpPr>
            <a:cxnSpLocks/>
          </p:cNvCxnSpPr>
          <p:nvPr/>
        </p:nvCxnSpPr>
        <p:spPr>
          <a:xfrm>
            <a:off x="2057400" y="42867073"/>
            <a:ext cx="28803600" cy="1270"/>
          </a:xfrm>
          <a:prstGeom prst="line">
            <a:avLst/>
          </a:prstGeom>
          <a:ln w="16933">
            <a:solidFill>
              <a:srgbClr val="E8D3A2"/>
            </a:solidFill>
          </a:ln>
        </p:spPr>
        <p:style>
          <a:lnRef idx="2">
            <a:schemeClr val="accent1"/>
          </a:lnRef>
          <a:fillRef idx="0">
            <a:schemeClr val="accent1"/>
          </a:fillRef>
          <a:effectRef idx="1">
            <a:schemeClr val="accent1"/>
          </a:effectRef>
          <a:fontRef idx="minor">
            <a:schemeClr val="tx1"/>
          </a:fontRef>
        </p:style>
      </p:cxnSp>
      <p:sp>
        <p:nvSpPr>
          <p:cNvPr id="40" name="Footer_Sources"/>
          <p:cNvSpPr txBox="1">
            <a:spLocks/>
          </p:cNvSpPr>
          <p:nvPr/>
        </p:nvSpPr>
        <p:spPr>
          <a:xfrm>
            <a:off x="2057400" y="42988992"/>
            <a:ext cx="25648921" cy="251672"/>
          </a:xfrm>
          <a:prstGeom prst="rect">
            <a:avLst/>
          </a:prstGeom>
          <a:noFill/>
        </p:spPr>
        <p:txBody>
          <a:bodyPr wrap="square" lIns="36576" tIns="36576" rIns="36576" bIns="36576" anchor="t">
            <a:spAutoFit/>
          </a:bodyPr>
          <a:lstStyle/>
          <a:p>
            <a:pPr>
              <a:lnSpc>
                <a:spcPct val="105000"/>
              </a:lnSpc>
            </a:pPr>
            <a:r>
              <a:rPr sz="1152">
                <a:solidFill>
                  <a:srgbClr val="5E5A66"/>
                </a:solidFill>
                <a:latin typeface="Open Sans"/>
              </a:rPr>
              <a:t>Data: FineWeb-2 Yoruba, SIB-200, MasakhaNER · Models: XLM-R base, mmBERT base · Source: reports/13-the-top-board.md and committed runs/ records · 11 Aug 2026</a:t>
            </a:r>
          </a:p>
        </p:txBody>
      </p:sp>
      <p:sp>
        <p:nvSpPr>
          <p:cNvPr id="41" name="Footer_Tag"/>
          <p:cNvSpPr txBox="1">
            <a:spLocks/>
          </p:cNvSpPr>
          <p:nvPr/>
        </p:nvSpPr>
        <p:spPr>
          <a:xfrm>
            <a:off x="27432000" y="42988991"/>
            <a:ext cx="3429000" cy="264175"/>
          </a:xfrm>
          <a:prstGeom prst="rect">
            <a:avLst/>
          </a:prstGeom>
          <a:noFill/>
        </p:spPr>
        <p:txBody>
          <a:bodyPr wrap="square" lIns="36576" tIns="36576" rIns="36576" bIns="36576" anchor="t">
            <a:spAutoFit/>
          </a:bodyPr>
          <a:lstStyle/>
          <a:p>
            <a:pPr algn="r">
              <a:lnSpc>
                <a:spcPct val="105000"/>
              </a:lnSpc>
            </a:pPr>
            <a:r>
              <a:rPr sz="1248" b="1">
                <a:solidFill>
                  <a:srgbClr val="32006E"/>
                </a:solidFill>
                <a:latin typeface="Uni Sans Book"/>
              </a:rPr>
              <a:t>A2-NLP · 2026</a:t>
            </a:r>
          </a:p>
        </p:txBody>
      </p:sp>
      <p:pic>
        <p:nvPicPr>
          <p:cNvPr id="43" name="Embedded_01_SpineGradient" descr="reports\figures\02-tokenizer-gradient.svg">
            <a:extLst>
              <a:ext uri="{FF2B5EF4-FFF2-40B4-BE49-F238E27FC236}">
                <a16:creationId xmlns:a16="http://schemas.microsoft.com/office/drawing/2014/main" id="{6F6D54CC-B3C2-C5EE-1C40-E8A476EFE4E0}"/>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2758440" y="13678278"/>
            <a:ext cx="7924801" cy="5452115"/>
          </a:xfrm>
          <a:prstGeom prst="rect">
            <a:avLst/>
          </a:prstGeom>
        </p:spPr>
      </p:pic>
      <p:pic>
        <p:nvPicPr>
          <p:cNvPr id="45" name="Embedded_02_SpineDataFigure" descr="reports\figures\05-data-saturation.svg">
            <a:extLst>
              <a:ext uri="{FF2B5EF4-FFF2-40B4-BE49-F238E27FC236}">
                <a16:creationId xmlns:a16="http://schemas.microsoft.com/office/drawing/2014/main" id="{77FBDCEA-95AF-924F-51B9-87782000592F}"/>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2758440" y="33728763"/>
            <a:ext cx="7924800" cy="5133643"/>
          </a:xfrm>
          <a:prstGeom prst="rect">
            <a:avLst/>
          </a:prstGeom>
        </p:spPr>
      </p:pic>
      <p:pic>
        <p:nvPicPr>
          <p:cNvPr id="47" name="Embedded_03_SpineHeadline" descr="reports\figures\01-headline.svg">
            <a:extLst>
              <a:ext uri="{FF2B5EF4-FFF2-40B4-BE49-F238E27FC236}">
                <a16:creationId xmlns:a16="http://schemas.microsoft.com/office/drawing/2014/main" id="{9547ACF8-E1E3-6A65-B05A-32D78507DEC6}"/>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22429470" y="14900404"/>
            <a:ext cx="7741920" cy="4019804"/>
          </a:xfrm>
          <a:prstGeom prst="rect">
            <a:avLst/>
          </a:prstGeom>
        </p:spPr>
      </p:pic>
      <p:pic>
        <p:nvPicPr>
          <p:cNvPr id="49" name="Embedded_04_SpineLottery" descr="reports\figures\17-tokenizer-lottery.svg">
            <a:extLst>
              <a:ext uri="{FF2B5EF4-FFF2-40B4-BE49-F238E27FC236}">
                <a16:creationId xmlns:a16="http://schemas.microsoft.com/office/drawing/2014/main" id="{DED3AE39-37B1-E5F6-E74B-A40E7150F7AB}"/>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22429470" y="34957702"/>
            <a:ext cx="7741920" cy="3675507"/>
          </a:xfrm>
          <a:prstGeom prst="rect">
            <a:avLst/>
          </a:prstGeom>
        </p:spPr>
      </p:pic>
    </p:spTree>
    <p:extLst>
      <p:ext uri="{BB962C8B-B14F-4D97-AF65-F5344CB8AC3E}">
        <p14:creationId xmlns:p14="http://schemas.microsoft.com/office/powerpoint/2010/main" val="1293170980"/>
      </p:ext>
    </p:extLst>
  </p:cSld>
  <p:clrMapOvr>
    <a:masterClrMapping/>
  </p:clrMapOvr>
</p:sld>
</file>

<file path=ppt/theme/theme1.xml><?xml version="1.0" encoding="utf-8"?>
<a:theme xmlns:a="http://schemas.openxmlformats.org/drawingml/2006/main" name="Office Theme">
  <a:themeElements>
    <a:clrScheme name="Custom 5">
      <a:dk1>
        <a:srgbClr val="000000"/>
      </a:dk1>
      <a:lt1>
        <a:srgbClr val="E8D3A2"/>
      </a:lt1>
      <a:dk2>
        <a:srgbClr val="32006E"/>
      </a:dk2>
      <a:lt2>
        <a:srgbClr val="FFFFFF"/>
      </a:lt2>
      <a:accent1>
        <a:srgbClr val="4B2E83"/>
      </a:accent1>
      <a:accent2>
        <a:srgbClr val="E8D3A2"/>
      </a:accent2>
      <a:accent3>
        <a:srgbClr val="FFFFFF"/>
      </a:accent3>
      <a:accent4>
        <a:srgbClr val="B2B2B2"/>
      </a:accent4>
      <a:accent5>
        <a:srgbClr val="FFC700"/>
      </a:accent5>
      <a:accent6>
        <a:srgbClr val="917B4C"/>
      </a:accent6>
      <a:hlink>
        <a:srgbClr val="32006E"/>
      </a:hlink>
      <a:folHlink>
        <a:srgbClr val="4B2E83"/>
      </a:folHlink>
    </a:clrScheme>
    <a:fontScheme name="Custom 8">
      <a:majorFont>
        <a:latin typeface="Encode Sans Normal Black"/>
        <a:ea typeface=""/>
        <a:cs typeface=""/>
      </a:majorFont>
      <a:minorFont>
        <a:latin typeface="Open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8413</TotalTime>
  <Words>331</Words>
  <Application>Microsoft Office PowerPoint</Application>
  <PresentationFormat>Custom</PresentationFormat>
  <Paragraphs>25</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Calibri</vt:lpstr>
      <vt:lpstr>Encode Sans Normal</vt:lpstr>
      <vt:lpstr>Encode Sans Normal Black</vt:lpstr>
      <vt:lpstr>Arial</vt:lpstr>
      <vt:lpstr>Uni Sans Book</vt:lpstr>
      <vt:lpstr>Open Sans</vt:lpstr>
      <vt:lpstr>Uni Sans Regular</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Sydney Brown</dc:creator>
  <cp:lastModifiedBy>Leon Wan</cp:lastModifiedBy>
  <cp:revision>30</cp:revision>
  <dcterms:created xsi:type="dcterms:W3CDTF">2018-02-07T04:27:03Z</dcterms:created>
  <dcterms:modified xsi:type="dcterms:W3CDTF">2026-08-13T04:54:16Z</dcterms:modified>
</cp:coreProperties>
</file>